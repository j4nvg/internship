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6" r:id="rId5"/>
    <p:sldId id="257" r:id="rId6"/>
    <p:sldId id="267" r:id="rId7"/>
    <p:sldId id="272" r:id="rId8"/>
    <p:sldId id="266" r:id="rId9"/>
    <p:sldId id="270" r:id="rId10"/>
    <p:sldId id="271" r:id="rId11"/>
    <p:sldId id="269" r:id="rId12"/>
    <p:sldId id="290" r:id="rId13"/>
    <p:sldId id="291" r:id="rId14"/>
    <p:sldId id="273" r:id="rId15"/>
    <p:sldId id="26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64" r:id="rId24"/>
    <p:sldId id="282" r:id="rId25"/>
    <p:sldId id="283" r:id="rId26"/>
    <p:sldId id="292" r:id="rId27"/>
    <p:sldId id="281" r:id="rId28"/>
    <p:sldId id="293" r:id="rId29"/>
    <p:sldId id="285" r:id="rId30"/>
    <p:sldId id="286" r:id="rId31"/>
    <p:sldId id="287" r:id="rId32"/>
    <p:sldId id="265" r:id="rId3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9B"/>
    <a:srgbClr val="E97132"/>
    <a:srgbClr val="1E1E1E"/>
    <a:srgbClr val="042433"/>
    <a:srgbClr val="000000"/>
    <a:srgbClr val="FF9F81"/>
    <a:srgbClr val="FFD9CD"/>
    <a:srgbClr val="FF5019"/>
    <a:srgbClr val="FFFFFF"/>
    <a:srgbClr val="C951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EEB35E-14FE-4FFA-9AE7-DD805EFF2750}" v="738" dt="2026-01-05T11:54:08.3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ijl, gemiddeld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Stijl, gemiddeld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1" autoAdjust="0"/>
    <p:restoredTop sz="70458" autoAdjust="0"/>
  </p:normalViewPr>
  <p:slideViewPr>
    <p:cSldViewPr snapToGrid="0">
      <p:cViewPr varScale="1">
        <p:scale>
          <a:sx n="74" d="100"/>
          <a:sy n="74" d="100"/>
        </p:scale>
        <p:origin x="1788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8FD8F-883C-4986-B4E6-F1BAA96BC1AD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79C05E-241C-4A78-8C40-2936C5B9389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824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7506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Drone swarms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drones in het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algemeen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zijn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momenteel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veel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onderzocht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thema in search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rescue scenarios </a:t>
            </a: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en bieden veel potentie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Er is al veel onderzoek over drone </a:t>
            </a:r>
            <a:r>
              <a:rPr lang="nl-NL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swarms</a:t>
            </a: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in dit thema maar gaat  vaak enkel over het </a:t>
            </a:r>
            <a:r>
              <a:rPr lang="nl-NL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efficient</a:t>
            </a: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zoeken naar targets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Dit kan dan </a:t>
            </a:r>
            <a:r>
              <a:rPr lang="nl-NL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gemodeleerd</a:t>
            </a: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worden als een zoek spel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en negeert het gevaar voor de zoeker.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Terwijl dit wel van belang is zeker in militaire context, waarin er vaak een vijand is die liever niet heeft dat er effectief gezocht wordt.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Lidbetter</a:t>
            </a: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heeft dit theoretisch opgelost voor 1 zoeker, en dat vormt een mooi start punt voor meerdere zoekers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112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A69C9-8228-7C7C-4567-31D6D7B59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AD4B3ED-3964-ED61-97D6-6EB2ACB57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142E353-475E-5E24-E6E5-BCFB1585F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Het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identificeren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van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zoek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strategie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voor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zwerm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,  die robust is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voor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het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vinden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van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verstopper, in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Risico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volle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situatie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. We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spelen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het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spel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op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grid.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dirty="0">
              <a:solidFill>
                <a:schemeClr val="bg1"/>
              </a:solidFill>
              <a:latin typeface="Source Sans Pro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Iedere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mogelijke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verstop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locatie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heeft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Succes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kans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de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kans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zoeker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kan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door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zoeken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na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het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zoeken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in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locatie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I,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ofwel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kans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dat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hij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niet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wordt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gevangen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in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locatie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i</a:t>
            </a:r>
            <a:endParaRPr lang="en-US" sz="1200" dirty="0">
              <a:solidFill>
                <a:schemeClr val="bg1"/>
              </a:solidFill>
              <a:latin typeface="Source Sans Pro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Verstoppers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: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immobiele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verstoppers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op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specifieke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mogelijke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verstop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locaties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Verstop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strategiën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,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Verstopper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kiest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random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verstop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plek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uit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de set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mogelijke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verstop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locaties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,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greedy verstopper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pakt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de subset met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locaties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A met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hoogste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qa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(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zie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vergelijking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) met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effectief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hoogste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Risico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kans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,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weighted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verstopper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kiest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subset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locaties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A met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qa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proportioneel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aan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de </a:t>
            </a:r>
            <a:r>
              <a:rPr lang="en-US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uitkomst</a:t>
            </a:r>
            <a:r>
              <a:rPr lang="en-US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,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dirty="0">
              <a:solidFill>
                <a:schemeClr val="bg1"/>
              </a:solidFill>
              <a:latin typeface="Source Sans Pro" panose="020F050202020403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20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07359FB-9014-77A0-58EA-21B9F245F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2639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was de aanpak</a:t>
            </a:r>
          </a:p>
          <a:p>
            <a:r>
              <a:rPr lang="nl-NL" dirty="0"/>
              <a:t>Om strategieën te testen heb ik een simpele simulator ontwikkeld in Python.</a:t>
            </a:r>
          </a:p>
          <a:p>
            <a:r>
              <a:rPr lang="nl-NL" dirty="0"/>
              <a:t>De simulator is voornamelijk geschreven volgens de Object </a:t>
            </a:r>
            <a:r>
              <a:rPr lang="nl-NL" dirty="0" err="1"/>
              <a:t>oriented</a:t>
            </a:r>
            <a:r>
              <a:rPr lang="nl-NL" dirty="0"/>
              <a:t> </a:t>
            </a:r>
            <a:r>
              <a:rPr lang="nl-NL" dirty="0" err="1"/>
              <a:t>programming</a:t>
            </a:r>
            <a:r>
              <a:rPr lang="nl-NL" dirty="0"/>
              <a:t> methode, wat maakt dat de code modulair en goed te begrijpen is. Zo is het makkelijk om nog nieuwe strategieën toe </a:t>
            </a:r>
            <a:r>
              <a:rPr lang="nl-NL" dirty="0" err="1"/>
              <a:t>tevoegen</a:t>
            </a:r>
            <a:r>
              <a:rPr lang="nl-NL" dirty="0"/>
              <a:t> of te testen op nieuwe variabelen</a:t>
            </a:r>
          </a:p>
          <a:p>
            <a:endParaRPr lang="nl-NL" dirty="0"/>
          </a:p>
          <a:p>
            <a:r>
              <a:rPr lang="nl-NL" dirty="0"/>
              <a:t>Het heeft de mogelijkheid de simulatie de renderen in twee modi, </a:t>
            </a:r>
          </a:p>
          <a:p>
            <a:r>
              <a:rPr lang="nl-NL" dirty="0"/>
              <a:t>	en een zonder </a:t>
            </a:r>
            <a:r>
              <a:rPr lang="nl-NL" dirty="0" err="1"/>
              <a:t>heatmap</a:t>
            </a:r>
            <a:r>
              <a:rPr lang="nl-NL" dirty="0"/>
              <a:t> van de succes kansen.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	een met </a:t>
            </a:r>
            <a:r>
              <a:rPr lang="nl-NL" dirty="0" err="1"/>
              <a:t>heatmap</a:t>
            </a:r>
            <a:r>
              <a:rPr lang="nl-NL" dirty="0"/>
              <a:t> van de succes kansen </a:t>
            </a:r>
          </a:p>
          <a:p>
            <a:r>
              <a:rPr lang="nl-NL" dirty="0"/>
              <a:t>Dit maakt het ontwikkelen van de strategie wat makkelijker</a:t>
            </a:r>
          </a:p>
          <a:p>
            <a:endParaRPr lang="nl-NL" dirty="0"/>
          </a:p>
          <a:p>
            <a:r>
              <a:rPr lang="nl-NL" dirty="0"/>
              <a:t>Waar testen we mee -&gt; tabel</a:t>
            </a:r>
          </a:p>
          <a:p>
            <a:endParaRPr lang="nl-NL" dirty="0"/>
          </a:p>
          <a:p>
            <a:r>
              <a:rPr lang="nl-NL" dirty="0"/>
              <a:t>Gegeven de stochastische natuur van het spel voeren we voor de resultaten een </a:t>
            </a:r>
            <a:r>
              <a:rPr lang="nl-NL" dirty="0" err="1"/>
              <a:t>monte</a:t>
            </a:r>
            <a:r>
              <a:rPr lang="nl-NL" dirty="0"/>
              <a:t> </a:t>
            </a:r>
            <a:r>
              <a:rPr lang="nl-NL" dirty="0" err="1"/>
              <a:t>carlo</a:t>
            </a:r>
            <a:r>
              <a:rPr lang="nl-NL" dirty="0"/>
              <a:t> simulatie uit met 100_000 </a:t>
            </a:r>
            <a:r>
              <a:rPr lang="nl-NL" dirty="0" err="1"/>
              <a:t>trails</a:t>
            </a:r>
            <a:r>
              <a:rPr lang="nl-NL" dirty="0"/>
              <a:t> dit zorgt ervoor dat de error marge van de belangrijkste metriek, </a:t>
            </a:r>
          </a:p>
          <a:p>
            <a:r>
              <a:rPr lang="nl-NL" dirty="0"/>
              <a:t>	de kans dat alle verstoppers gevonden zijn, rond de 0.005 zit voor een 95% Betrouwbaarheidsinterval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1439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CC6C-8041-75B8-ACE9-6CD4EF8D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E1B6ECB-BB01-7448-AB58-583B7F53A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E0965E8-4000-5973-4D74-3EE4AE86E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Wat was de aanpak</a:t>
            </a:r>
          </a:p>
          <a:p>
            <a:r>
              <a:rPr lang="nl-NL" dirty="0"/>
              <a:t>Om strategieën te testen heb ik een simpele simulator ontwikkeld in Python.</a:t>
            </a:r>
          </a:p>
          <a:p>
            <a:r>
              <a:rPr lang="nl-NL" dirty="0"/>
              <a:t>De simulator is voornamelijk geschreven volgens de Object </a:t>
            </a:r>
            <a:r>
              <a:rPr lang="nl-NL" dirty="0" err="1"/>
              <a:t>oriented</a:t>
            </a:r>
            <a:r>
              <a:rPr lang="nl-NL" dirty="0"/>
              <a:t> </a:t>
            </a:r>
            <a:r>
              <a:rPr lang="nl-NL" dirty="0" err="1"/>
              <a:t>programming</a:t>
            </a:r>
            <a:r>
              <a:rPr lang="nl-NL" dirty="0"/>
              <a:t> methode, wat maakt dat de code modulair en goed te begrijpen is. Zo is het makkelijk om nog nieuwe strategieën toe </a:t>
            </a:r>
            <a:r>
              <a:rPr lang="nl-NL" dirty="0" err="1"/>
              <a:t>tevoegen</a:t>
            </a:r>
            <a:r>
              <a:rPr lang="nl-NL" dirty="0"/>
              <a:t> of te testen op nieuwe variabelen</a:t>
            </a:r>
          </a:p>
          <a:p>
            <a:endParaRPr lang="nl-NL" dirty="0"/>
          </a:p>
          <a:p>
            <a:r>
              <a:rPr lang="nl-NL" dirty="0"/>
              <a:t>Het heeft de mogelijkheid de simulatie de renderen in twee modi, </a:t>
            </a:r>
          </a:p>
          <a:p>
            <a:r>
              <a:rPr lang="nl-NL" dirty="0"/>
              <a:t>	en een zonder </a:t>
            </a:r>
            <a:r>
              <a:rPr lang="nl-NL" dirty="0" err="1"/>
              <a:t>heatmap</a:t>
            </a:r>
            <a:r>
              <a:rPr lang="nl-NL" dirty="0"/>
              <a:t> van de succes kansen.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	een met </a:t>
            </a:r>
            <a:r>
              <a:rPr lang="nl-NL" dirty="0" err="1"/>
              <a:t>heatmap</a:t>
            </a:r>
            <a:r>
              <a:rPr lang="nl-NL" dirty="0"/>
              <a:t> van de succes kansen </a:t>
            </a:r>
          </a:p>
          <a:p>
            <a:r>
              <a:rPr lang="nl-NL" dirty="0"/>
              <a:t>Dit maakt het ontwikkelen van de strategie wat makkelijker</a:t>
            </a:r>
          </a:p>
          <a:p>
            <a:endParaRPr lang="nl-NL" dirty="0"/>
          </a:p>
          <a:p>
            <a:r>
              <a:rPr lang="nl-NL" dirty="0"/>
              <a:t>Waar testen we mee -&gt; tabel</a:t>
            </a:r>
          </a:p>
          <a:p>
            <a:endParaRPr lang="nl-NL" dirty="0"/>
          </a:p>
          <a:p>
            <a:r>
              <a:rPr lang="nl-NL" dirty="0"/>
              <a:t>Gegeven de stochastische natuur van het spel voeren we voor de resultaten een </a:t>
            </a:r>
            <a:r>
              <a:rPr lang="nl-NL" dirty="0" err="1"/>
              <a:t>monte</a:t>
            </a:r>
            <a:r>
              <a:rPr lang="nl-NL" dirty="0"/>
              <a:t> </a:t>
            </a:r>
            <a:r>
              <a:rPr lang="nl-NL" dirty="0" err="1"/>
              <a:t>carlo</a:t>
            </a:r>
            <a:r>
              <a:rPr lang="nl-NL" dirty="0"/>
              <a:t> simulatie uit met 100_000 </a:t>
            </a:r>
            <a:r>
              <a:rPr lang="nl-NL" dirty="0" err="1"/>
              <a:t>trails</a:t>
            </a:r>
            <a:r>
              <a:rPr lang="nl-NL" dirty="0"/>
              <a:t> dit zorgt ervoor dat de error marge van de belangrijkste metriek, </a:t>
            </a:r>
          </a:p>
          <a:p>
            <a:r>
              <a:rPr lang="nl-NL" dirty="0"/>
              <a:t>	de kans dat alle verstoppers gevonden zijn, rond de 0.005 zit voor een 95% Betrouwbaarheidsinterval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FC07AA-8951-A446-BFD8-10CC7EE91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1384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750B1-28E8-2B45-C444-9F163D95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2EEBDD4-F9E6-86CC-3642-EECAEEEF8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737B6FF-4497-F860-149B-98EB2EE79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Om strategieën te testen heb ik een simpele simulator ontwikkeld in Python.</a:t>
            </a:r>
          </a:p>
          <a:p>
            <a:endParaRPr lang="nl-NL" dirty="0"/>
          </a:p>
          <a:p>
            <a:r>
              <a:rPr lang="nl-NL" dirty="0"/>
              <a:t>De simulator is voornamelijk geschreven volgens de Object </a:t>
            </a:r>
            <a:r>
              <a:rPr lang="nl-NL" dirty="0" err="1"/>
              <a:t>oriented</a:t>
            </a:r>
            <a:r>
              <a:rPr lang="nl-NL" dirty="0"/>
              <a:t> </a:t>
            </a:r>
            <a:r>
              <a:rPr lang="nl-NL" dirty="0" err="1"/>
              <a:t>programming</a:t>
            </a:r>
            <a:r>
              <a:rPr lang="nl-NL" dirty="0"/>
              <a:t> methode, wat maakt dat de code modulair en goed te begrijpen is. Zo is het makkelijk om nog nieuwe strategieën toe </a:t>
            </a:r>
            <a:r>
              <a:rPr lang="nl-NL" dirty="0" err="1"/>
              <a:t>tevoegen</a:t>
            </a:r>
            <a:r>
              <a:rPr lang="nl-NL" dirty="0"/>
              <a:t> of te testen op nieuwe variabelen</a:t>
            </a:r>
          </a:p>
          <a:p>
            <a:endParaRPr lang="nl-NL" dirty="0"/>
          </a:p>
          <a:p>
            <a:r>
              <a:rPr lang="nl-NL" dirty="0"/>
              <a:t>Het heeft de mogelijkheid de simulatie de renderen in twee modi, </a:t>
            </a:r>
          </a:p>
          <a:p>
            <a:r>
              <a:rPr lang="nl-NL" dirty="0"/>
              <a:t>	en een zonder </a:t>
            </a:r>
            <a:r>
              <a:rPr lang="nl-NL" dirty="0" err="1"/>
              <a:t>heatmap</a:t>
            </a:r>
            <a:r>
              <a:rPr lang="nl-NL" dirty="0"/>
              <a:t> van de succes kansen.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	een met </a:t>
            </a:r>
            <a:r>
              <a:rPr lang="nl-NL" dirty="0" err="1"/>
              <a:t>heatmap</a:t>
            </a:r>
            <a:r>
              <a:rPr lang="nl-NL" dirty="0"/>
              <a:t> van de succes kansen </a:t>
            </a:r>
          </a:p>
          <a:p>
            <a:r>
              <a:rPr lang="nl-NL" dirty="0"/>
              <a:t>Dit maakt het ontwikkelen van de strategie wat makkelijker</a:t>
            </a:r>
          </a:p>
          <a:p>
            <a:endParaRPr lang="nl-NL" dirty="0"/>
          </a:p>
          <a:p>
            <a:r>
              <a:rPr lang="nl-NL" dirty="0"/>
              <a:t>Waar testen we mee -&gt; tabel</a:t>
            </a:r>
          </a:p>
          <a:p>
            <a:endParaRPr lang="nl-NL" dirty="0"/>
          </a:p>
          <a:p>
            <a:r>
              <a:rPr lang="nl-NL" dirty="0"/>
              <a:t>Gegeven de stochastische natuur van het spel voeren we voor de resultaten een </a:t>
            </a:r>
            <a:r>
              <a:rPr lang="nl-NL" dirty="0" err="1"/>
              <a:t>monte</a:t>
            </a:r>
            <a:r>
              <a:rPr lang="nl-NL" dirty="0"/>
              <a:t> </a:t>
            </a:r>
            <a:r>
              <a:rPr lang="nl-NL" dirty="0" err="1"/>
              <a:t>carlo</a:t>
            </a:r>
            <a:r>
              <a:rPr lang="nl-NL" dirty="0"/>
              <a:t> simulatie uit met 100_000 </a:t>
            </a:r>
            <a:r>
              <a:rPr lang="nl-NL" dirty="0" err="1"/>
              <a:t>trails</a:t>
            </a:r>
            <a:r>
              <a:rPr lang="nl-NL" dirty="0"/>
              <a:t> dit zorgt ervoor dat de error marge van de belangrijkste metriek, </a:t>
            </a:r>
          </a:p>
          <a:p>
            <a:r>
              <a:rPr lang="nl-NL" dirty="0"/>
              <a:t>	de kans dat alle verstoppers gevonden zijn, rond de 0.005 zit voor een 95% Betrouwbaarheidsinterval</a:t>
            </a:r>
          </a:p>
          <a:p>
            <a:endParaRPr lang="nl-NL" dirty="0"/>
          </a:p>
          <a:p>
            <a:r>
              <a:rPr lang="nl-NL" dirty="0"/>
              <a:t>omgeving met weinig verandering</a:t>
            </a:r>
          </a:p>
          <a:p>
            <a:r>
              <a:rPr lang="nl-NL" dirty="0"/>
              <a:t>Omgeving met veel variatie</a:t>
            </a:r>
          </a:p>
          <a:p>
            <a:r>
              <a:rPr lang="nl-NL" dirty="0"/>
              <a:t>Omgeving met weinig verandering en 1 </a:t>
            </a:r>
            <a:r>
              <a:rPr lang="nl-NL" dirty="0" err="1"/>
              <a:t>outlier</a:t>
            </a: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57E0EFE-CDD5-C4F9-A24A-6E50A1E46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9333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Spel theoretisch en risico bewust gebruikt risico kans om prioriteit te geven aan targets </a:t>
            </a:r>
          </a:p>
          <a:p>
            <a:endParaRPr lang="nl-NL" dirty="0"/>
          </a:p>
          <a:p>
            <a:r>
              <a:rPr lang="nl-NL" dirty="0"/>
              <a:t>In de met communicatie groep kunnen drones informatie met elkaar delen en dynamisch een nieuwe taak krijgen </a:t>
            </a:r>
          </a:p>
          <a:p>
            <a:endParaRPr lang="nl-NL" dirty="0"/>
          </a:p>
          <a:p>
            <a:r>
              <a:rPr lang="nl-NL" dirty="0"/>
              <a:t>In de kosten optimalisatie wordt er rekening gehouden met afstand tussen cellen en risico en afstand afgewogen</a:t>
            </a:r>
          </a:p>
          <a:p>
            <a:endParaRPr lang="nl-NL" dirty="0"/>
          </a:p>
          <a:p>
            <a:r>
              <a:rPr lang="nl-NL" dirty="0"/>
              <a:t>Geometrische patronen zijn voorspelbare patronen die het volledige </a:t>
            </a:r>
            <a:r>
              <a:rPr lang="nl-NL" dirty="0" err="1"/>
              <a:t>grid</a:t>
            </a:r>
            <a:r>
              <a:rPr lang="nl-NL" dirty="0"/>
              <a:t> afgaan </a:t>
            </a:r>
          </a:p>
          <a:p>
            <a:endParaRPr lang="nl-NL" dirty="0"/>
          </a:p>
          <a:p>
            <a:r>
              <a:rPr lang="nl-NL" dirty="0"/>
              <a:t>Random walk is de baseline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26195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C7760-07A4-E52F-3BAA-79B406FAD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A66A54E-6C05-1CA2-9DF6-F4851163F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203B8E6-3AF2-49C1-F7EB-00761808C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Spel theoretisch en risico bewust gebruikt risico kans om prioriteit te geven aan targets </a:t>
            </a:r>
          </a:p>
          <a:p>
            <a:endParaRPr lang="nl-NL" dirty="0"/>
          </a:p>
          <a:p>
            <a:r>
              <a:rPr lang="nl-NL" dirty="0"/>
              <a:t>In de met communicatie groep kunnen drones informatie met elkaar delen en dynamisch een nieuwe taak krijgen </a:t>
            </a:r>
          </a:p>
          <a:p>
            <a:endParaRPr lang="nl-NL" dirty="0"/>
          </a:p>
          <a:p>
            <a:r>
              <a:rPr lang="nl-NL" dirty="0"/>
              <a:t>In de kosten optimalisatie wordt er rekening gehouden met afstand tussen cellen en risico en afstand afgewogen</a:t>
            </a:r>
          </a:p>
          <a:p>
            <a:endParaRPr lang="nl-NL" dirty="0"/>
          </a:p>
          <a:p>
            <a:r>
              <a:rPr lang="nl-NL" dirty="0"/>
              <a:t>Geometrische patronen zijn voorspelbare patronen die het volledige </a:t>
            </a:r>
            <a:r>
              <a:rPr lang="nl-NL" dirty="0" err="1"/>
              <a:t>grid</a:t>
            </a:r>
            <a:r>
              <a:rPr lang="nl-NL" dirty="0"/>
              <a:t> afgaan </a:t>
            </a:r>
          </a:p>
          <a:p>
            <a:endParaRPr lang="nl-NL" dirty="0"/>
          </a:p>
          <a:p>
            <a:r>
              <a:rPr lang="nl-NL" dirty="0"/>
              <a:t>Random walk is de baseline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64D591D-ED55-F194-F512-7BEA662CA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4852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68A39-0A3E-01A3-9435-D246716C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85169E0-86FB-0D50-7462-F35045DE7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DAA2BBF-9DE3-58C4-4CFA-9F50E0117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Spel theoretisch en risico bewust gebruikt risico kans om prioriteit te geven aan targets </a:t>
            </a:r>
          </a:p>
          <a:p>
            <a:endParaRPr lang="nl-NL" dirty="0"/>
          </a:p>
          <a:p>
            <a:r>
              <a:rPr lang="nl-NL" dirty="0"/>
              <a:t>In de met communicatie groep kunnen drones informatie met elkaar delen en dynamisch een nieuwe taak krijgen </a:t>
            </a:r>
          </a:p>
          <a:p>
            <a:endParaRPr lang="nl-NL" dirty="0"/>
          </a:p>
          <a:p>
            <a:r>
              <a:rPr lang="nl-NL" dirty="0"/>
              <a:t>In de kosten optimalisatie wordt er rekening gehouden met afstand tussen cellen en risico en afstand afgewogen</a:t>
            </a:r>
          </a:p>
          <a:p>
            <a:endParaRPr lang="nl-NL" dirty="0"/>
          </a:p>
          <a:p>
            <a:r>
              <a:rPr lang="nl-NL" dirty="0"/>
              <a:t>Geometrische patronen zijn voorspelbare patronen die het volledige </a:t>
            </a:r>
            <a:r>
              <a:rPr lang="nl-NL" dirty="0" err="1"/>
              <a:t>grid</a:t>
            </a:r>
            <a:r>
              <a:rPr lang="nl-NL" dirty="0"/>
              <a:t> afgaan </a:t>
            </a:r>
          </a:p>
          <a:p>
            <a:endParaRPr lang="nl-NL" dirty="0"/>
          </a:p>
          <a:p>
            <a:r>
              <a:rPr lang="nl-NL" dirty="0"/>
              <a:t>Random walk is de baseline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7218D43-718A-42C7-5B36-962BFCFE3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616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69D15-E594-1675-8F2F-CC9C730D0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E929BC4-F160-12D0-DD92-E7609531D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22B31ED-C009-433B-FDCD-871EAC4BD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Idealiter vinden we een strategie die goed presteert is over alle scenario’s en dus robuust is.</a:t>
            </a:r>
          </a:p>
          <a:p>
            <a:endParaRPr lang="nl-NL" dirty="0"/>
          </a:p>
          <a:p>
            <a:r>
              <a:rPr lang="nl-NL" dirty="0"/>
              <a:t>Om de </a:t>
            </a:r>
            <a:r>
              <a:rPr lang="nl-NL" dirty="0" err="1"/>
              <a:t>strategiën</a:t>
            </a:r>
            <a:r>
              <a:rPr lang="nl-NL" dirty="0"/>
              <a:t> te vergelijken kijken we naar: </a:t>
            </a:r>
          </a:p>
          <a:p>
            <a:r>
              <a:rPr lang="nl-NL" dirty="0"/>
              <a:t>Beste performance maar ook</a:t>
            </a:r>
          </a:p>
          <a:p>
            <a:r>
              <a:rPr lang="nl-NL" dirty="0"/>
              <a:t> </a:t>
            </a:r>
          </a:p>
          <a:p>
            <a:r>
              <a:rPr lang="nl-NL" dirty="0"/>
              <a:t>Beide intuïtief en veel gebruikt in de literatuur zijn Performance spread en Maximin criterium</a:t>
            </a:r>
          </a:p>
          <a:p>
            <a:r>
              <a:rPr lang="nl-NL" dirty="0"/>
              <a:t>Waarbij performance spread, het verschil geeft tussen </a:t>
            </a:r>
            <a:r>
              <a:rPr lang="nl-NL" dirty="0" err="1"/>
              <a:t>the</a:t>
            </a:r>
            <a:r>
              <a:rPr lang="nl-NL" dirty="0"/>
              <a:t> beste en slechtste performance, een kleine spreiding geeft blijk van een hogere stabiliteit </a:t>
            </a:r>
          </a:p>
          <a:p>
            <a:endParaRPr lang="nl-NL" dirty="0"/>
          </a:p>
          <a:p>
            <a:r>
              <a:rPr lang="nl-NL" dirty="0"/>
              <a:t>Het </a:t>
            </a:r>
            <a:r>
              <a:rPr lang="nl-NL" dirty="0" err="1"/>
              <a:t>maximin</a:t>
            </a:r>
            <a:r>
              <a:rPr lang="nl-NL" dirty="0"/>
              <a:t> criterium zegt eigenlijk: kies de strategie die het best presteert in het slechtste geval. Dit is de meest veilige en betrouwbare keus.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A23CAFC-B5E3-9DFE-0F8B-E88DD6EA6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6816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6593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E8B01-E1D9-10DD-F78E-A9D350B5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64F0C3C5-9BCB-E2DF-A323-A72B8DE66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DAA5578-6F00-8276-FD2B-52DDC793E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Het figuur is een weergave van het aantal keer dat de zoektactiek de beste score haalt in alle combinaties van omgevingen, aantal (1,2 en 5) verstoppers en alle verstop strategieën. </a:t>
            </a:r>
          </a:p>
          <a:p>
            <a:endParaRPr lang="nl-NL" dirty="0"/>
          </a:p>
          <a:p>
            <a:r>
              <a:rPr lang="nl-NL" dirty="0"/>
              <a:t>Ook zie je de bijdrage van de verschillende verstop strategieën aan het totaal. </a:t>
            </a:r>
          </a:p>
          <a:p>
            <a:endParaRPr lang="nl-NL" dirty="0"/>
          </a:p>
          <a:p>
            <a:r>
              <a:rPr lang="nl-NL" dirty="0"/>
              <a:t>Soms is het </a:t>
            </a:r>
            <a:r>
              <a:rPr lang="nl-NL" dirty="0" err="1"/>
              <a:t>het</a:t>
            </a:r>
            <a:r>
              <a:rPr lang="nl-NL" dirty="0"/>
              <a:t> geval dat twee strategieën de zelfde scoren halen, en het kan dus zijn dat het een gedeelde eerste plek is.</a:t>
            </a:r>
          </a:p>
          <a:p>
            <a:endParaRPr lang="nl-NL" dirty="0"/>
          </a:p>
          <a:p>
            <a:r>
              <a:rPr lang="nl-NL" dirty="0"/>
              <a:t>Het valt op dat in het geval van een enkele zoeker de </a:t>
            </a:r>
            <a:r>
              <a:rPr lang="nl-NL" dirty="0" err="1"/>
              <a:t>Lidbetter</a:t>
            </a:r>
            <a:r>
              <a:rPr lang="nl-NL" dirty="0"/>
              <a:t> de meeste keren het beste is maar niet altijd, </a:t>
            </a:r>
          </a:p>
          <a:p>
            <a:endParaRPr lang="nl-NL" dirty="0"/>
          </a:p>
          <a:p>
            <a:r>
              <a:rPr lang="nl-NL" dirty="0"/>
              <a:t>in zwerm grootte 5 duidelijk de </a:t>
            </a:r>
            <a:r>
              <a:rPr lang="nl-NL" dirty="0" err="1"/>
              <a:t>proportional</a:t>
            </a:r>
            <a:r>
              <a:rPr lang="nl-NL" dirty="0"/>
              <a:t> risk split, </a:t>
            </a:r>
          </a:p>
          <a:p>
            <a:endParaRPr lang="nl-NL" dirty="0"/>
          </a:p>
          <a:p>
            <a:r>
              <a:rPr lang="nl-NL" dirty="0"/>
              <a:t>en in zwerm grootte 10 duidelijke de </a:t>
            </a:r>
            <a:r>
              <a:rPr lang="nl-NL" dirty="0" err="1"/>
              <a:t>dynamic</a:t>
            </a:r>
            <a:r>
              <a:rPr lang="nl-NL" dirty="0"/>
              <a:t> </a:t>
            </a:r>
            <a:r>
              <a:rPr lang="nl-NL" dirty="0" err="1"/>
              <a:t>task</a:t>
            </a:r>
            <a:r>
              <a:rPr lang="nl-NL" dirty="0"/>
              <a:t> queue.</a:t>
            </a:r>
          </a:p>
          <a:p>
            <a:endParaRPr lang="nl-NL" dirty="0"/>
          </a:p>
          <a:p>
            <a:r>
              <a:rPr lang="nl-NL" dirty="0"/>
              <a:t>Dit zegt echter nog niks over hoe robuust en betrouwbaar de strategieën zijn, maar geeft al wel een eerste beeld van welke strategieën vermoedelijk het beste presteren (in deze setting)\</a:t>
            </a: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A0D4E6F-280D-E315-AB58-4DC3A7D07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8658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6067-8D2B-0BA4-DAEE-55FAED551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5135C02-AADB-2C9A-A9C6-55F592FD9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BF58183-350D-28DA-4200-09C998CBE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 het geval van 1 verstopper en verstopper ratio dus 1 over 5 , als we kijken naar dit </a:t>
            </a:r>
            <a:r>
              <a:rPr lang="nl-NL" dirty="0" err="1"/>
              <a:t>cleveland</a:t>
            </a:r>
            <a:r>
              <a:rPr lang="nl-NL" dirty="0"/>
              <a:t> dot plot zien we op de x as de Kans dat alle verstoppers gevonden worden gegroepeerd per zwerm grootte 1, 5 en 10. </a:t>
            </a:r>
          </a:p>
          <a:p>
            <a:r>
              <a:rPr lang="nl-NL" dirty="0"/>
              <a:t> Elke dot geeft aan: per kleur wat de kans verdeling is, en per vorm wat de verstop strategie is.</a:t>
            </a:r>
          </a:p>
          <a:p>
            <a:endParaRPr lang="nl-NL" dirty="0"/>
          </a:p>
          <a:p>
            <a:r>
              <a:rPr lang="nl-NL" dirty="0" err="1"/>
              <a:t>Ranked</a:t>
            </a:r>
            <a:r>
              <a:rPr lang="nl-NL" dirty="0"/>
              <a:t> </a:t>
            </a:r>
            <a:r>
              <a:rPr lang="nl-NL" dirty="0" err="1"/>
              <a:t>qa</a:t>
            </a:r>
            <a:r>
              <a:rPr lang="nl-NL" dirty="0"/>
              <a:t> subset en </a:t>
            </a:r>
            <a:r>
              <a:rPr lang="nl-NL" dirty="0" err="1"/>
              <a:t>proportional</a:t>
            </a:r>
            <a:r>
              <a:rPr lang="nl-NL" dirty="0"/>
              <a:t> risk split voor 1 zoeker werkt enkel goed tegen de greedy verstop strategie, omdat deze prioriteit geven aan het hoogste risico</a:t>
            </a:r>
          </a:p>
          <a:p>
            <a:r>
              <a:rPr lang="nl-NL" dirty="0"/>
              <a:t>We zien </a:t>
            </a:r>
            <a:r>
              <a:rPr lang="nl-NL" dirty="0" err="1"/>
              <a:t>lidbetter</a:t>
            </a:r>
            <a:r>
              <a:rPr lang="nl-NL" dirty="0"/>
              <a:t> de hoogste minimale succes kans hebben, dit is dus pi </a:t>
            </a:r>
            <a:r>
              <a:rPr lang="nl-NL" dirty="0" err="1"/>
              <a:t>maximin</a:t>
            </a:r>
            <a:r>
              <a:rPr lang="nl-NL" dirty="0"/>
              <a:t> voor zwerm 1</a:t>
            </a:r>
          </a:p>
          <a:p>
            <a:endParaRPr lang="nl-NL" dirty="0"/>
          </a:p>
          <a:p>
            <a:r>
              <a:rPr lang="nl-NL" dirty="0"/>
              <a:t>Zwerm groeit, </a:t>
            </a:r>
            <a:r>
              <a:rPr lang="nl-NL" dirty="0" err="1"/>
              <a:t>ranked</a:t>
            </a:r>
            <a:r>
              <a:rPr lang="nl-NL" dirty="0"/>
              <a:t> </a:t>
            </a:r>
            <a:r>
              <a:rPr lang="nl-NL" dirty="0" err="1"/>
              <a:t>qa</a:t>
            </a:r>
            <a:r>
              <a:rPr lang="nl-NL" dirty="0"/>
              <a:t> subset en </a:t>
            </a:r>
            <a:r>
              <a:rPr lang="nl-NL" dirty="0" err="1"/>
              <a:t>proportional</a:t>
            </a:r>
            <a:r>
              <a:rPr lang="nl-NL" dirty="0"/>
              <a:t> risk halen beide de maximale succes kans, maar </a:t>
            </a:r>
            <a:r>
              <a:rPr lang="nl-NL" dirty="0" err="1"/>
              <a:t>outperformed</a:t>
            </a:r>
            <a:r>
              <a:rPr lang="nl-NL" dirty="0"/>
              <a:t> niet meer op greedy strategie </a:t>
            </a:r>
          </a:p>
          <a:p>
            <a:r>
              <a:rPr lang="nl-NL" dirty="0"/>
              <a:t>Opvallend, weighted </a:t>
            </a:r>
            <a:r>
              <a:rPr lang="nl-NL" dirty="0" err="1"/>
              <a:t>qa</a:t>
            </a:r>
            <a:r>
              <a:rPr lang="nl-NL" dirty="0"/>
              <a:t> subset sampling – individueel </a:t>
            </a:r>
            <a:r>
              <a:rPr lang="nl-NL" dirty="0" err="1"/>
              <a:t>lidbetter</a:t>
            </a:r>
            <a:r>
              <a:rPr lang="nl-NL" dirty="0"/>
              <a:t> toegepast op drones in een zwerm – haalt consistent </a:t>
            </a:r>
            <a:r>
              <a:rPr lang="nl-NL" dirty="0" err="1"/>
              <a:t>hooge</a:t>
            </a:r>
            <a:r>
              <a:rPr lang="nl-NL" dirty="0"/>
              <a:t> maximale scores en maximale minimum kans voor zwerm 5 en 10 </a:t>
            </a:r>
          </a:p>
          <a:p>
            <a:r>
              <a:rPr lang="nl-NL" dirty="0" err="1"/>
              <a:t>Dynamic</a:t>
            </a:r>
            <a:r>
              <a:rPr lang="nl-NL" dirty="0"/>
              <a:t> </a:t>
            </a:r>
            <a:r>
              <a:rPr lang="nl-NL" dirty="0" err="1"/>
              <a:t>task</a:t>
            </a:r>
            <a:r>
              <a:rPr lang="nl-NL" dirty="0"/>
              <a:t> queue hoogste maximale kans voor zwerm 10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E507502-BC9C-18B4-7B53-B59318DDF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2016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3F26-AB2F-8A30-967C-0E9D030D8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32C383C-784D-3058-15C4-216B8C1F6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DC7962E-1A82-839B-3219-53922615B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We zien nu minimale succes kans over alle kans verdelingen, en verstop strategieën op de y as en de zwerm grootte op de x as</a:t>
            </a:r>
          </a:p>
          <a:p>
            <a:r>
              <a:rPr lang="nl-NL" dirty="0"/>
              <a:t>Duidelijk is dat Weighted </a:t>
            </a:r>
            <a:r>
              <a:rPr lang="nl-NL" dirty="0" err="1"/>
              <a:t>qa</a:t>
            </a:r>
            <a:r>
              <a:rPr lang="nl-NL" dirty="0"/>
              <a:t> subset sampling, ofwel </a:t>
            </a:r>
            <a:r>
              <a:rPr lang="nl-NL" dirty="0" err="1"/>
              <a:t>lidbetter</a:t>
            </a:r>
            <a:r>
              <a:rPr lang="nl-NL" dirty="0"/>
              <a:t> individueel over de zwerm, consistent over alle zwerm groottes de grootste minimale succes kans heeft en dus de veiligste keuze is voor 1 verstopper</a:t>
            </a: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98B49E1-289F-F17F-7CD0-2413633F0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5665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17E6-CDD9-CDAA-0D4F-95C5140F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81892FE-ABC1-ED57-016C-8AEC0E10E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EB0B4D5-F1E3-D031-DAF7-96E7061DA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 het geval van 2 </a:t>
            </a:r>
            <a:r>
              <a:rPr lang="nl-NL" dirty="0" err="1"/>
              <a:t>verstoppesr</a:t>
            </a:r>
            <a:r>
              <a:rPr lang="nl-NL" dirty="0"/>
              <a:t> en verstopper ratio dus 2 over 5 , als we kijken naar dit </a:t>
            </a:r>
            <a:r>
              <a:rPr lang="nl-NL" dirty="0" err="1"/>
              <a:t>cleveland</a:t>
            </a:r>
            <a:r>
              <a:rPr lang="nl-NL" dirty="0"/>
              <a:t> dot plot zien we op de x as de Kans dat alle verstoppers gevonden worden gegroepeerd per zwerm grootte 1, 5 en 10. </a:t>
            </a:r>
          </a:p>
          <a:p>
            <a:r>
              <a:rPr lang="nl-NL" dirty="0"/>
              <a:t> Elke dot geeft aan: per kleur wat de kans verdeling is, en per vorm wat de verstop strategie is.</a:t>
            </a:r>
          </a:p>
          <a:p>
            <a:endParaRPr lang="nl-NL" dirty="0"/>
          </a:p>
          <a:p>
            <a:r>
              <a:rPr lang="nl-NL" dirty="0" err="1"/>
              <a:t>Ranked</a:t>
            </a:r>
            <a:r>
              <a:rPr lang="nl-NL" dirty="0"/>
              <a:t> </a:t>
            </a:r>
            <a:r>
              <a:rPr lang="nl-NL" dirty="0" err="1"/>
              <a:t>qa</a:t>
            </a:r>
            <a:r>
              <a:rPr lang="nl-NL" dirty="0"/>
              <a:t> subset en </a:t>
            </a:r>
            <a:r>
              <a:rPr lang="nl-NL" dirty="0" err="1"/>
              <a:t>proportional</a:t>
            </a:r>
            <a:r>
              <a:rPr lang="nl-NL" dirty="0"/>
              <a:t> risk split voor 1 zoeker werkt enkel goed tegen de greedy verstop strategie, omdat deze prioriteit geven aan het hoogste risico</a:t>
            </a:r>
          </a:p>
          <a:p>
            <a:r>
              <a:rPr lang="nl-NL" dirty="0"/>
              <a:t>We zien </a:t>
            </a:r>
            <a:r>
              <a:rPr lang="nl-NL" dirty="0" err="1"/>
              <a:t>lidbetter</a:t>
            </a:r>
            <a:r>
              <a:rPr lang="nl-NL" dirty="0"/>
              <a:t> de hoogste minimale succes kans hebben, dit is dus pi </a:t>
            </a:r>
            <a:r>
              <a:rPr lang="nl-NL" dirty="0" err="1"/>
              <a:t>maximin</a:t>
            </a:r>
            <a:r>
              <a:rPr lang="nl-NL" dirty="0"/>
              <a:t> voor zwerm 1</a:t>
            </a:r>
          </a:p>
          <a:p>
            <a:endParaRPr lang="nl-NL" dirty="0"/>
          </a:p>
          <a:p>
            <a:r>
              <a:rPr lang="nl-NL" dirty="0"/>
              <a:t>Zwerm groeit, </a:t>
            </a:r>
            <a:r>
              <a:rPr lang="nl-NL" dirty="0" err="1"/>
              <a:t>proportional</a:t>
            </a:r>
            <a:r>
              <a:rPr lang="nl-NL" dirty="0"/>
              <a:t> risk haalt </a:t>
            </a:r>
            <a:r>
              <a:rPr lang="nl-NL" dirty="0" err="1"/>
              <a:t>maximiale</a:t>
            </a:r>
            <a:r>
              <a:rPr lang="nl-NL" dirty="0"/>
              <a:t> minimum voor 5 zoekers. maximale overall in zwerm 5 is </a:t>
            </a:r>
            <a:r>
              <a:rPr lang="nl-NL" dirty="0" err="1"/>
              <a:t>ranked</a:t>
            </a:r>
            <a:r>
              <a:rPr lang="nl-NL" dirty="0"/>
              <a:t> </a:t>
            </a:r>
            <a:r>
              <a:rPr lang="nl-NL" dirty="0" err="1"/>
              <a:t>qa</a:t>
            </a:r>
            <a:r>
              <a:rPr lang="nl-NL" dirty="0"/>
              <a:t> subset is overall max hier, op greedy low </a:t>
            </a:r>
            <a:r>
              <a:rPr lang="nl-NL" dirty="0" err="1"/>
              <a:t>variation</a:t>
            </a:r>
            <a:r>
              <a:rPr lang="nl-NL" dirty="0"/>
              <a:t>. Dichtbij gevolgd door </a:t>
            </a:r>
            <a:r>
              <a:rPr lang="nl-NL" dirty="0" err="1"/>
              <a:t>proportional</a:t>
            </a:r>
            <a:r>
              <a:rPr lang="nl-NL" dirty="0"/>
              <a:t> risk split onze vermoedde beste situatie in zwerm grootte 5. </a:t>
            </a:r>
          </a:p>
          <a:p>
            <a:r>
              <a:rPr lang="nl-NL" dirty="0" err="1"/>
              <a:t>Dynamic</a:t>
            </a:r>
            <a:r>
              <a:rPr lang="nl-NL" dirty="0"/>
              <a:t> </a:t>
            </a:r>
            <a:r>
              <a:rPr lang="nl-NL" dirty="0" err="1"/>
              <a:t>task</a:t>
            </a:r>
            <a:r>
              <a:rPr lang="nl-NL" dirty="0"/>
              <a:t> queue hoogste maximale kans voor zwerm 10 en hoogste maximale minimum.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09F6BC1-2AE8-4833-505C-68BE620AF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6941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7C1AC-A803-7C36-ECC1-EAB15A6E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C6F4C71-1DA0-FF37-1D14-5B83F12F0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0373A97-88C6-B072-FB88-30290894F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47D5084-5132-EEBB-2697-853A0E11E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2158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A7AC4-4C78-4824-7841-DB2FB854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9A21DE1-010A-73D2-BBBE-D5D0954DF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CE4E130-F8AB-7E85-AC75-9623116AD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 het geval van 5 verstoppers en verstopper ratio dus 5 over 5 , als we kijken naar dit </a:t>
            </a:r>
            <a:r>
              <a:rPr lang="nl-NL" dirty="0" err="1"/>
              <a:t>cleveland</a:t>
            </a:r>
            <a:r>
              <a:rPr lang="nl-NL" dirty="0"/>
              <a:t> dot plot zien we op de x as de Kans dat alle verstoppers gevonden worden gegroepeerd per zwerm grootte 1, 5 en 10. </a:t>
            </a:r>
          </a:p>
          <a:p>
            <a:r>
              <a:rPr lang="nl-NL" dirty="0"/>
              <a:t> Elke dot geeft aan: per kleur wat de kans verdeling is, en per vorm wat de verstop strategie is.</a:t>
            </a:r>
          </a:p>
          <a:p>
            <a:endParaRPr lang="nl-NL" dirty="0"/>
          </a:p>
          <a:p>
            <a:r>
              <a:rPr lang="nl-NL" dirty="0"/>
              <a:t>We  hebben 5 van de 5 verstoppers wat betekent dat het aantal verstoppers gesatureerd is,  verstop strategie maakt nu niet meer uit.</a:t>
            </a:r>
          </a:p>
          <a:p>
            <a:endParaRPr lang="nl-NL" dirty="0"/>
          </a:p>
          <a:p>
            <a:r>
              <a:rPr lang="nl-NL" dirty="0"/>
              <a:t>Voor 1 zoeker liggen de minimale en maximale scores allemaal erg dicht bij elkaar </a:t>
            </a:r>
          </a:p>
          <a:p>
            <a:r>
              <a:rPr lang="nl-NL" dirty="0"/>
              <a:t>Voor 5 zoekers is </a:t>
            </a:r>
            <a:r>
              <a:rPr lang="nl-NL" dirty="0" err="1"/>
              <a:t>proportional</a:t>
            </a:r>
            <a:r>
              <a:rPr lang="nl-NL" dirty="0"/>
              <a:t> risk split opnieuw de maximale minimum en maximale overall en het zelfde geld voor </a:t>
            </a:r>
            <a:r>
              <a:rPr lang="nl-NL" dirty="0" err="1"/>
              <a:t>dynamic</a:t>
            </a:r>
            <a:r>
              <a:rPr lang="nl-NL" dirty="0"/>
              <a:t> </a:t>
            </a:r>
            <a:r>
              <a:rPr lang="nl-NL" dirty="0" err="1"/>
              <a:t>task</a:t>
            </a:r>
            <a:r>
              <a:rPr lang="nl-NL" dirty="0"/>
              <a:t> queue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AAE12B8-36C2-380A-AAA3-B74B8BF42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53728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4673-7846-45B9-223C-E533748A1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6435746-0006-A3E4-E6F8-57F8F036B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D7B28FF-3D77-29DA-081C-B9FF69C71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5836232-FB7D-7FBB-F755-6E9EED581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47707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Als we voor alle </a:t>
            </a:r>
            <a:r>
              <a:rPr lang="nl-NL" dirty="0" err="1"/>
              <a:t>hiders</a:t>
            </a:r>
            <a:r>
              <a:rPr lang="nl-NL" dirty="0"/>
              <a:t> en onze (beste) </a:t>
            </a:r>
            <a:r>
              <a:rPr lang="nl-NL" dirty="0" err="1"/>
              <a:t>strategiën</a:t>
            </a:r>
            <a:r>
              <a:rPr lang="nl-NL" dirty="0"/>
              <a:t> de </a:t>
            </a:r>
            <a:r>
              <a:rPr lang="nl-NL" dirty="0" err="1"/>
              <a:t>maximin</a:t>
            </a:r>
            <a:r>
              <a:rPr lang="nl-NL" dirty="0"/>
              <a:t> plotten en bij houden welke strategie op welk aantal </a:t>
            </a:r>
            <a:r>
              <a:rPr lang="nl-NL" dirty="0" err="1"/>
              <a:t>hiders</a:t>
            </a:r>
            <a:r>
              <a:rPr lang="nl-NL" dirty="0"/>
              <a:t> en zwerm grootte de grootste minimale succes kans heeft kunnen we een </a:t>
            </a:r>
            <a:r>
              <a:rPr lang="nl-NL" dirty="0" err="1"/>
              <a:t>phase</a:t>
            </a:r>
            <a:r>
              <a:rPr lang="nl-NL" dirty="0"/>
              <a:t> </a:t>
            </a:r>
            <a:r>
              <a:rPr lang="nl-NL" dirty="0" err="1"/>
              <a:t>transition</a:t>
            </a:r>
            <a:r>
              <a:rPr lang="nl-NL" dirty="0"/>
              <a:t> matrix of </a:t>
            </a:r>
            <a:r>
              <a:rPr lang="nl-NL" dirty="0" err="1"/>
              <a:t>decision</a:t>
            </a:r>
            <a:r>
              <a:rPr lang="nl-NL" dirty="0"/>
              <a:t> matrix maken. Aan de hand hiervan kan een </a:t>
            </a:r>
            <a:r>
              <a:rPr lang="nl-NL" dirty="0" err="1"/>
              <a:t>decision</a:t>
            </a:r>
            <a:r>
              <a:rPr lang="nl-NL" dirty="0"/>
              <a:t> maker gemakkelijk een keuze maken welke zoek strategie het meest </a:t>
            </a:r>
            <a:r>
              <a:rPr lang="nl-NL" dirty="0" err="1"/>
              <a:t>efficient</a:t>
            </a:r>
            <a:r>
              <a:rPr lang="nl-NL" dirty="0"/>
              <a:t> is voor zijn situatie.</a:t>
            </a:r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67229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Als we voor alle </a:t>
            </a:r>
            <a:r>
              <a:rPr lang="nl-NL" dirty="0" err="1"/>
              <a:t>hiders</a:t>
            </a:r>
            <a:r>
              <a:rPr lang="nl-NL" dirty="0"/>
              <a:t> en onze (beste) </a:t>
            </a:r>
            <a:r>
              <a:rPr lang="nl-NL" dirty="0" err="1"/>
              <a:t>strategiën</a:t>
            </a:r>
            <a:r>
              <a:rPr lang="nl-NL" dirty="0"/>
              <a:t> de </a:t>
            </a:r>
            <a:r>
              <a:rPr lang="nl-NL" dirty="0" err="1"/>
              <a:t>maximin</a:t>
            </a:r>
            <a:r>
              <a:rPr lang="nl-NL" dirty="0"/>
              <a:t> plotten en bij houden welke strategie op welk aantal </a:t>
            </a:r>
            <a:r>
              <a:rPr lang="nl-NL" dirty="0" err="1"/>
              <a:t>hiders</a:t>
            </a:r>
            <a:r>
              <a:rPr lang="nl-NL" dirty="0"/>
              <a:t> en zwerm grootte de grootste minimale succes kans heeft kunnen we een </a:t>
            </a:r>
            <a:r>
              <a:rPr lang="nl-NL" dirty="0" err="1"/>
              <a:t>phase</a:t>
            </a:r>
            <a:r>
              <a:rPr lang="nl-NL" dirty="0"/>
              <a:t> </a:t>
            </a:r>
            <a:r>
              <a:rPr lang="nl-NL" dirty="0" err="1"/>
              <a:t>transition</a:t>
            </a:r>
            <a:r>
              <a:rPr lang="nl-NL" dirty="0"/>
              <a:t> matrix of </a:t>
            </a:r>
            <a:r>
              <a:rPr lang="nl-NL" dirty="0" err="1"/>
              <a:t>decision</a:t>
            </a:r>
            <a:r>
              <a:rPr lang="nl-NL" dirty="0"/>
              <a:t> matrix maken. Aan de hand hiervan kan een </a:t>
            </a:r>
            <a:r>
              <a:rPr lang="nl-NL" dirty="0" err="1"/>
              <a:t>decision</a:t>
            </a:r>
            <a:r>
              <a:rPr lang="nl-NL" dirty="0"/>
              <a:t> maker gemakkelijk een keuze maken welke zoek strategie het meest </a:t>
            </a:r>
            <a:r>
              <a:rPr lang="nl-NL" dirty="0" err="1"/>
              <a:t>efficient</a:t>
            </a:r>
            <a:r>
              <a:rPr lang="nl-NL" dirty="0"/>
              <a:t> is voor zijn situatie.</a:t>
            </a:r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64437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We kunnen dit ook nog specifiek voor kans verdelingen doen -&gt; 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7703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Concluderend, niet een overall best strategie tot nu toe, maar per primair per zwerm grootte, secundair per hoeveelheid </a:t>
            </a:r>
            <a:r>
              <a:rPr lang="nl-NL" dirty="0" err="1"/>
              <a:t>hiders</a:t>
            </a:r>
            <a:r>
              <a:rPr lang="nl-NL" dirty="0"/>
              <a:t>, </a:t>
            </a:r>
            <a:r>
              <a:rPr lang="nl-NL" dirty="0" err="1"/>
              <a:t>tertaire</a:t>
            </a:r>
            <a:r>
              <a:rPr lang="nl-NL" dirty="0"/>
              <a:t> per </a:t>
            </a:r>
            <a:r>
              <a:rPr lang="nl-NL" dirty="0" err="1"/>
              <a:t>omgevings</a:t>
            </a:r>
            <a:r>
              <a:rPr lang="nl-NL" dirty="0"/>
              <a:t> verdeling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86758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Effect van kans verdeling, neemt misschien toe als er meer verstoppers zijn,  performance over </a:t>
            </a:r>
            <a:r>
              <a:rPr lang="nl-NL" dirty="0" err="1"/>
              <a:t>hider</a:t>
            </a:r>
            <a:r>
              <a:rPr lang="nl-NL" dirty="0"/>
              <a:t> ratio is misschien niet stabiel. 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1967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A1424-1E76-E408-CE93-68A287E97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125244F-C751-0751-88EB-6061D6B1D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DA157A8-3591-AFF3-6CA0-2C445C13F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1</a:t>
            </a:r>
            <a:r>
              <a:rPr lang="nl-NL" baseline="30000" dirty="0"/>
              <a:t>e</a:t>
            </a:r>
            <a:r>
              <a:rPr lang="nl-NL" dirty="0"/>
              <a:t> implementatie van de </a:t>
            </a:r>
            <a:r>
              <a:rPr lang="nl-NL" dirty="0" err="1"/>
              <a:t>Lidbetter</a:t>
            </a:r>
            <a:r>
              <a:rPr lang="nl-NL" dirty="0"/>
              <a:t> strategie, en veel andere </a:t>
            </a:r>
            <a:r>
              <a:rPr lang="nl-NL" dirty="0" err="1"/>
              <a:t>strategiën</a:t>
            </a:r>
            <a:r>
              <a:rPr lang="nl-NL" dirty="0"/>
              <a:t> verkozen </a:t>
            </a:r>
            <a:r>
              <a:rPr lang="nl-NL" dirty="0" err="1"/>
              <a:t>maaktte</a:t>
            </a:r>
            <a:r>
              <a:rPr lang="nl-NL" dirty="0"/>
              <a:t> de route </a:t>
            </a:r>
            <a:r>
              <a:rPr lang="nl-NL" dirty="0" err="1"/>
              <a:t>adhv</a:t>
            </a:r>
            <a:r>
              <a:rPr lang="nl-NL" dirty="0"/>
              <a:t> het </a:t>
            </a:r>
            <a:r>
              <a:rPr lang="nl-NL" dirty="0" err="1"/>
              <a:t>korste</a:t>
            </a:r>
            <a:r>
              <a:rPr lang="nl-NL" dirty="0"/>
              <a:t> pad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279F94E-2829-F5B4-104C-2054E6DEE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5885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1</a:t>
            </a:r>
            <a:r>
              <a:rPr lang="nl-NL" baseline="30000" dirty="0"/>
              <a:t>e</a:t>
            </a:r>
            <a:r>
              <a:rPr lang="nl-NL" dirty="0"/>
              <a:t> implementatie van de </a:t>
            </a:r>
            <a:r>
              <a:rPr lang="nl-NL" dirty="0" err="1"/>
              <a:t>Lidbetter</a:t>
            </a:r>
            <a:r>
              <a:rPr lang="nl-NL" dirty="0"/>
              <a:t> strategie, en veel andere </a:t>
            </a:r>
            <a:r>
              <a:rPr lang="nl-NL" dirty="0" err="1"/>
              <a:t>strategiën</a:t>
            </a:r>
            <a:r>
              <a:rPr lang="nl-NL" dirty="0"/>
              <a:t> verkozen </a:t>
            </a:r>
            <a:r>
              <a:rPr lang="nl-NL" dirty="0" err="1"/>
              <a:t>maaktte</a:t>
            </a:r>
            <a:r>
              <a:rPr lang="nl-NL" dirty="0"/>
              <a:t> de route </a:t>
            </a:r>
            <a:r>
              <a:rPr lang="nl-NL" dirty="0" err="1"/>
              <a:t>adhv</a:t>
            </a:r>
            <a:r>
              <a:rPr lang="nl-NL" dirty="0"/>
              <a:t> het </a:t>
            </a:r>
            <a:r>
              <a:rPr lang="nl-NL" dirty="0" err="1"/>
              <a:t>korste</a:t>
            </a:r>
            <a:r>
              <a:rPr lang="nl-NL" dirty="0"/>
              <a:t> pad -&gt;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Na de data analyse werd het duidelijk dat niet de juiste manier is omdat je zo </a:t>
            </a:r>
            <a:r>
              <a:rPr lang="nl-NL" dirty="0" err="1"/>
              <a:t>onnoding</a:t>
            </a:r>
            <a:r>
              <a:rPr lang="nl-NL" dirty="0"/>
              <a:t> risico loopt doordat je door cellen gaat die wellicht later die geen prioriteit hebben en misschien zelfs al ‘doorzocht’ zijn.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Dus voor toekomstige implementaties is het beter dat de algoritmes niet de standaard </a:t>
            </a:r>
            <a:r>
              <a:rPr lang="nl-NL" dirty="0" err="1"/>
              <a:t>dijkstra</a:t>
            </a:r>
            <a:r>
              <a:rPr lang="nl-NL" dirty="0"/>
              <a:t> gebruiken maar </a:t>
            </a:r>
            <a:r>
              <a:rPr lang="nl-NL" dirty="0" err="1"/>
              <a:t>dijkstra</a:t>
            </a:r>
            <a:r>
              <a:rPr lang="nl-NL" dirty="0"/>
              <a:t> + constante </a:t>
            </a:r>
            <a:r>
              <a:rPr lang="nl-NL" dirty="0" err="1"/>
              <a:t>afstands</a:t>
            </a:r>
            <a:r>
              <a:rPr lang="nl-NL" dirty="0"/>
              <a:t> ‘penalty’ factor voor cellen die niet de target zijn en wel risico hebben.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36314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1</a:t>
            </a:r>
            <a:r>
              <a:rPr lang="nl-NL" baseline="30000" dirty="0"/>
              <a:t>e</a:t>
            </a:r>
            <a:r>
              <a:rPr lang="nl-NL" dirty="0"/>
              <a:t> implementatie van de </a:t>
            </a:r>
            <a:r>
              <a:rPr lang="nl-NL" dirty="0" err="1"/>
              <a:t>Lidbetter</a:t>
            </a:r>
            <a:r>
              <a:rPr lang="nl-NL" dirty="0"/>
              <a:t> strategie, en veel andere </a:t>
            </a:r>
            <a:r>
              <a:rPr lang="nl-NL" dirty="0" err="1"/>
              <a:t>strategiën</a:t>
            </a:r>
            <a:r>
              <a:rPr lang="nl-NL" dirty="0"/>
              <a:t> verkozen </a:t>
            </a:r>
            <a:r>
              <a:rPr lang="nl-NL" dirty="0" err="1"/>
              <a:t>maaktte</a:t>
            </a:r>
            <a:r>
              <a:rPr lang="nl-NL" dirty="0"/>
              <a:t> de route </a:t>
            </a:r>
            <a:r>
              <a:rPr lang="nl-NL" dirty="0" err="1"/>
              <a:t>adhv</a:t>
            </a:r>
            <a:r>
              <a:rPr lang="nl-NL" dirty="0"/>
              <a:t> het </a:t>
            </a:r>
            <a:r>
              <a:rPr lang="nl-NL" dirty="0" err="1"/>
              <a:t>korste</a:t>
            </a:r>
            <a:r>
              <a:rPr lang="nl-NL" dirty="0"/>
              <a:t> pad -&gt;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Na de data analyse werd het duidelijk dat niet de juiste manier is omdat je zo </a:t>
            </a:r>
            <a:r>
              <a:rPr lang="nl-NL" dirty="0" err="1"/>
              <a:t>onnoding</a:t>
            </a:r>
            <a:r>
              <a:rPr lang="nl-NL" dirty="0"/>
              <a:t> risico loopt doordat je door cellen gaat die wellicht later die geen prioriteit hebben en misschien zelfs al ‘doorzocht’ zijn.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Dus voor toekomstige implementaties is het beter dat de algoritmes niet de standaard </a:t>
            </a:r>
            <a:r>
              <a:rPr lang="nl-NL" dirty="0" err="1"/>
              <a:t>dijkstra</a:t>
            </a:r>
            <a:r>
              <a:rPr lang="nl-NL" dirty="0"/>
              <a:t> gebruiken maar </a:t>
            </a:r>
            <a:r>
              <a:rPr lang="nl-NL" dirty="0" err="1"/>
              <a:t>dijkstra</a:t>
            </a:r>
            <a:r>
              <a:rPr lang="nl-NL" dirty="0"/>
              <a:t> + constante </a:t>
            </a:r>
            <a:r>
              <a:rPr lang="nl-NL" dirty="0" err="1"/>
              <a:t>afstands</a:t>
            </a:r>
            <a:r>
              <a:rPr lang="nl-NL" dirty="0"/>
              <a:t> ‘penalty’ factor voor cellen die niet de target zijn en wel risico hebben.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Voor en na de verbetering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Het vermoedde is dat deze toepassing de weighted </a:t>
            </a:r>
            <a:r>
              <a:rPr lang="nl-NL" dirty="0" err="1"/>
              <a:t>qa</a:t>
            </a:r>
            <a:r>
              <a:rPr lang="nl-NL" dirty="0"/>
              <a:t> subset ofwel </a:t>
            </a:r>
            <a:r>
              <a:rPr lang="nl-NL" dirty="0" err="1"/>
              <a:t>lidbetter</a:t>
            </a:r>
            <a:r>
              <a:rPr lang="nl-NL" dirty="0"/>
              <a:t> individueel strategie nog stabieler maakt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31589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7ED8B-FB68-6C6B-97AD-AD4288922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43A4A4EA-1657-7566-53FD-EBDA385B0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DE8DCD6-E986-C2E5-2763-C8803D61E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Reinforcement</a:t>
            </a:r>
            <a:r>
              <a:rPr lang="nl-NL" dirty="0"/>
              <a:t> </a:t>
            </a:r>
            <a:r>
              <a:rPr lang="nl-NL" dirty="0" err="1"/>
              <a:t>learning</a:t>
            </a:r>
            <a:r>
              <a:rPr lang="nl-NL" dirty="0"/>
              <a:t> of andere machine </a:t>
            </a:r>
            <a:r>
              <a:rPr lang="nl-NL" dirty="0" err="1"/>
              <a:t>learning</a:t>
            </a:r>
            <a:r>
              <a:rPr lang="nl-NL" dirty="0"/>
              <a:t> techniek om mogelijk niet triviale strategieën te ontdekken </a:t>
            </a:r>
          </a:p>
          <a:p>
            <a:r>
              <a:rPr lang="nl-NL" dirty="0"/>
              <a:t>Fusering van spel theoretisch en de </a:t>
            </a:r>
            <a:r>
              <a:rPr lang="nl-NL" dirty="0" err="1"/>
              <a:t>dynamic</a:t>
            </a:r>
            <a:r>
              <a:rPr lang="nl-NL" dirty="0"/>
              <a:t> </a:t>
            </a:r>
            <a:r>
              <a:rPr lang="nl-NL" dirty="0" err="1"/>
              <a:t>task</a:t>
            </a:r>
            <a:r>
              <a:rPr lang="nl-NL" dirty="0"/>
              <a:t> queue, in de huidige implementatie worden de targets in de </a:t>
            </a:r>
            <a:r>
              <a:rPr lang="nl-NL" dirty="0" err="1"/>
              <a:t>task</a:t>
            </a:r>
            <a:r>
              <a:rPr lang="nl-NL" dirty="0"/>
              <a:t> queue random of op basis van afstand toegewezen. Het zou de strategie beter maken in kleine drone zwerm groottes om de targets initieel op basis van kans  toe te wijzen</a:t>
            </a:r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39AF98B-835E-38AD-548F-5B7869296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39056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79C05E-241C-4A78-8C40-2936C5B9389F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233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771DA-B3B6-38DB-4836-E45B5AB46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BCEC53B-3FBD-359D-4A51-3B3553935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97E887A-1218-C1A8-E904-281E3735E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BDA6A41-5E45-957C-3CB2-B6789FFD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E11E463-277D-10FD-23FB-E1A2C421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511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8AA27C-F254-7E94-5D79-12482BCE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D8BFD64-EBFB-063E-316E-6BAA23530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504B745-1ED7-1179-ED44-F3DED3F1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B9C9265-A43F-DE70-AD45-5C4AD5EB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BAE835E-64E0-3ED8-30AF-1F5C4D5F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3775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AF935F-BA2B-6FBA-C79A-E9CE8B31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2E4349-DE53-3BB8-36FB-D073038E5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9A3CA0-569C-A882-C63A-D49D799BB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9946084-F24D-ACEF-3E80-7D27B76C0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697EA8D-43D1-5118-F05D-A61DDDEB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892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71D2A8-CBDE-AE94-47EB-864EF077A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F9CA48A-48DA-F4EB-BD99-952608DD4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91F3C28-31E9-463D-7104-AF05EBA18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B1B09C0-D1B0-8DB0-80D5-34DD1A5A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2A7AAF6-A075-D16F-4E1C-890D9A8C8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B2403F5-31FD-86A7-EF86-82DE2358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400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65320F-5F83-600C-CD8A-0C4E4BA0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3B8410-EB50-4461-9B3A-8BC146829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477A4DB-E34D-BB29-12D1-62D050EB2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CAFB825-5F53-A71D-C6A8-242641D7D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1AAD5FF-1C38-FA40-1D4F-178D5D0E64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B86488A5-2D8C-B0F9-39C5-9AB36E6A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A6058910-EF04-C1F9-66D3-F86386B5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0D3B381-A3DF-054A-548A-57A74FFBA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6559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743DF0-F123-8D4D-0931-C982F54E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7F6DE91-CF5D-2509-A122-9FB16A41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D476F6B-FFB7-1372-A3C3-A479BB895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34D759E-5747-8BD6-192E-1B7807F7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274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576F24D5-F286-3A81-6CC4-5F3428805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1F5C894-4CED-F32B-3EFF-32266B3E7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B5B2104-B5C0-34BF-DD43-4030241E0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91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58F357-ED0A-6F66-DEF6-394CF9EE9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570D05D-6D28-369A-A092-F34F4DE73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C305220-40AE-BDD7-1BC7-30DA55D17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14625F8-F23E-8B60-B259-D4D849B6C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1E121E9-AE07-7CF0-398B-F272B278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1DB2F1D-E69F-742C-695A-279036986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1197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E4AA05-E134-789F-AFBA-9359F0721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28CA3A9-DA03-6190-2BF9-2AECCD713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23845BF-AEAE-CC46-474D-C77DDA8C2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C310298-3543-782A-03CD-99DC1B4AE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9415016-9F27-E31A-E941-9D5AD167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DCAF96D-2212-5653-CDE8-C40052AD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1553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DBFDD6-2B24-ABA0-F04B-D78E81FB7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5577BE9-8F8D-DB36-1637-681720650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1A25358-E1D3-1482-3571-41AF8E3C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514D0BA-ABD7-8201-ED3F-303C09BB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93C4B5-21E5-24B8-DE5A-C3CDBC37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456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E558C034-7123-22C1-4E3F-FD4FDEA973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450A32F-8B6B-3C92-C025-F017E91B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EFB25EC-0ABE-D200-EF4A-C66CE837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3B2601E-FC40-EBBA-E5A1-2903214F4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E00D4F2-F844-4192-D48C-C5FCDEA62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592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11D8D5D-D910-68D1-1369-2EC7890B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3EDBB4-28E2-557B-228F-559728397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18F550-9B6D-70B8-0258-7B950AB12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4185D-B9A9-4CFD-92D7-AA3F7BF2FB9C}" type="datetimeFigureOut">
              <a:rPr lang="nl-NL" smtClean="0"/>
              <a:t>8-1-2026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EC743FD-042A-5EA0-D3A9-15A1EBFB2E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03B4D70-101D-271B-6CD1-F1901606D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3DE22-203B-44ED-8ECC-E2BA66E6AA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4715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6.sv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1.sv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2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31.svg"/><Relationship Id="rId4" Type="http://schemas.openxmlformats.org/officeDocument/2006/relationships/image" Target="../media/image27.svg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3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11" Type="http://schemas.openxmlformats.org/officeDocument/2006/relationships/image" Target="../media/image2.png"/><Relationship Id="rId5" Type="http://schemas.openxmlformats.org/officeDocument/2006/relationships/image" Target="../media/image36.png"/><Relationship Id="rId10" Type="http://schemas.openxmlformats.org/officeDocument/2006/relationships/image" Target="../media/image33.svg"/><Relationship Id="rId4" Type="http://schemas.openxmlformats.org/officeDocument/2006/relationships/image" Target="../media/image35.svg"/><Relationship Id="rId9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1.pn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BEBBAF-8C29-88C3-2ECD-65E1D8D49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045" y="1344706"/>
            <a:ext cx="9969910" cy="1405716"/>
          </a:xfrm>
        </p:spPr>
        <p:txBody>
          <a:bodyPr>
            <a:noAutofit/>
          </a:bodyPr>
          <a:lstStyle/>
          <a:p>
            <a:r>
              <a:rPr lang="nl-NL" sz="44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Search policy design </a:t>
            </a:r>
            <a:r>
              <a:rPr lang="nl-NL" sz="4400" noProof="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for</a:t>
            </a:r>
            <a:r>
              <a:rPr lang="nl-NL" sz="44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nl-NL" sz="4400" noProof="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swarms</a:t>
            </a:r>
            <a:r>
              <a:rPr lang="nl-NL" sz="44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in </a:t>
            </a:r>
            <a:r>
              <a:rPr lang="nl-NL" sz="4400" noProof="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adversarial</a:t>
            </a:r>
            <a:r>
              <a:rPr lang="nl-NL" sz="44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nl-NL" sz="4400" noProof="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hide</a:t>
            </a:r>
            <a:r>
              <a:rPr lang="nl-NL" sz="44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&amp; </a:t>
            </a:r>
            <a:r>
              <a:rPr lang="nl-NL" sz="4400" noProof="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seek</a:t>
            </a:r>
            <a:r>
              <a:rPr lang="nl-NL" sz="44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environment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67823B2-A55D-31A8-5E96-EBA0DC46F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14562"/>
          </a:xfrm>
        </p:spPr>
        <p:txBody>
          <a:bodyPr>
            <a:noAutofit/>
          </a:bodyPr>
          <a:lstStyle/>
          <a:p>
            <a:pPr algn="l"/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@ Data </a:t>
            </a:r>
            <a:r>
              <a:rPr lang="nl-NL" sz="20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Science</a:t>
            </a: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Center Of Excellence</a:t>
            </a:r>
            <a:endParaRPr lang="nl-NL" sz="2000" b="0" noProof="0" dirty="0">
              <a:solidFill>
                <a:schemeClr val="bg1"/>
              </a:solidFill>
              <a:effectLst/>
              <a:latin typeface="Source Sans Pro" panose="020F0502020204030204" pitchFamily="34" charset="0"/>
            </a:endParaRPr>
          </a:p>
          <a:p>
            <a:pPr algn="l"/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Jan van Gestel</a:t>
            </a:r>
            <a:endParaRPr lang="nl-NL" sz="2000" b="0" noProof="0" dirty="0">
              <a:solidFill>
                <a:schemeClr val="bg1"/>
              </a:solidFill>
              <a:effectLst/>
              <a:latin typeface="Source Sans Pro" panose="020F0502020204030204" pitchFamily="34" charset="0"/>
            </a:endParaRPr>
          </a:p>
          <a:p>
            <a:pPr algn="l"/>
            <a:endParaRPr lang="nl-NL" sz="2000" b="0" noProof="0" dirty="0">
              <a:solidFill>
                <a:schemeClr val="bg1"/>
              </a:solidFill>
              <a:effectLst/>
              <a:latin typeface="Source Sans Pro" panose="020F0502020204030204" pitchFamily="34" charset="0"/>
            </a:endParaRPr>
          </a:p>
          <a:p>
            <a:pPr algn="l"/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Supervisor:</a:t>
            </a:r>
            <a:endParaRPr lang="nl-NL" sz="2000" b="0" noProof="0" dirty="0">
              <a:solidFill>
                <a:schemeClr val="bg1"/>
              </a:solidFill>
              <a:effectLst/>
              <a:latin typeface="Source Sans Pro" panose="020F0502020204030204" pitchFamily="34" charset="0"/>
            </a:endParaRPr>
          </a:p>
          <a:p>
            <a:pPr algn="l"/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Prof. Roy </a:t>
            </a:r>
            <a:r>
              <a:rPr lang="nl-NL" sz="20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Lindelauf</a:t>
            </a:r>
            <a:endParaRPr lang="nl-NL" sz="2000" b="0" noProof="0" dirty="0">
              <a:solidFill>
                <a:schemeClr val="bg1"/>
              </a:solidFill>
              <a:effectLst/>
              <a:latin typeface="Source Sans Pro" panose="020F0502020204030204" pitchFamily="34" charset="0"/>
            </a:endParaRPr>
          </a:p>
          <a:p>
            <a:b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</a:br>
            <a:endParaRPr lang="nl-NL" sz="20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129A1B-0E76-422F-F8EA-D757C6E83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25" y="132884"/>
            <a:ext cx="3104452" cy="78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437D20-43F3-25DB-D15C-BAB470A8E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9372" y="3602038"/>
            <a:ext cx="2599005" cy="259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22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66"/>
    </mc:Choice>
    <mc:Fallback xmlns="">
      <p:transition spd="slow" advTm="144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3F39-D3E2-E679-FB72-7CDD195B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76AB09-B87C-6B42-88A0-F8894B3C7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Inhoud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34AE660-75EC-51EA-C90F-0575290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030BBD4-A9CC-0B95-6828-325BE5F3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</a:t>
            </a:fld>
            <a:endParaRPr lang="nl-NL" noProof="0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A0036E64-9B01-F4D3-507E-F4529AB8D4C3}"/>
              </a:ext>
            </a:extLst>
          </p:cNvPr>
          <p:cNvSpPr txBox="1">
            <a:spLocks/>
          </p:cNvSpPr>
          <p:nvPr/>
        </p:nvSpPr>
        <p:spPr>
          <a:xfrm>
            <a:off x="1676400" y="1940719"/>
            <a:ext cx="9144000" cy="32813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Probleem stelling &amp; Introductie</a:t>
            </a:r>
          </a:p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Methodiek</a:t>
            </a:r>
          </a:p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Resultaat</a:t>
            </a:r>
          </a:p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Conclusie</a:t>
            </a:r>
          </a:p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Discussie</a:t>
            </a:r>
          </a:p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621354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10"/>
    </mc:Choice>
    <mc:Fallback xmlns="">
      <p:transition spd="slow" advTm="771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8BA1F2-27B2-1B5C-6F5A-FF111E7E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AF6BE0-D0D3-05C4-829E-CF4D36194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Introductie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7BDCE20-BF0B-2022-398C-BF98D4DE9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8319"/>
            <a:ext cx="9144000" cy="328136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Drone zwermen en drones</a:t>
            </a:r>
          </a:p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Search &amp; </a:t>
            </a:r>
            <a:r>
              <a:rPr lang="nl-NL" sz="20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rescue</a:t>
            </a: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</a:p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Discreet zoek spel</a:t>
            </a:r>
          </a:p>
          <a:p>
            <a:pPr marL="342900" indent="-342900" algn="l">
              <a:buFontTx/>
              <a:buChar char="-"/>
            </a:pPr>
            <a:r>
              <a:rPr lang="nl-NL" sz="2000" dirty="0">
                <a:solidFill>
                  <a:schemeClr val="bg1"/>
                </a:solidFill>
                <a:latin typeface="Source Sans Pro" panose="020F0502020204030204" pitchFamily="34" charset="0"/>
              </a:rPr>
              <a:t>Gevaar voor de zoeker</a:t>
            </a:r>
          </a:p>
          <a:p>
            <a:pPr marL="342900" indent="-342900" algn="l">
              <a:buFontTx/>
              <a:buChar char="-"/>
            </a:pPr>
            <a:r>
              <a:rPr lang="nl-NL" sz="20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Lidbetter</a:t>
            </a:r>
            <a:endParaRPr lang="nl-NL" sz="20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55F4D8C-1D22-BA9A-A15B-F772DDCC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3</a:t>
            </a:fld>
            <a:endParaRPr lang="nl-NL" noProof="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2543A130-A351-0918-BDAB-DD4ACFF1C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40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20"/>
    </mc:Choice>
    <mc:Fallback xmlns="">
      <p:transition spd="slow" advTm="3902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4A3764-2145-A7C1-5FCD-D2AA7D92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219A3-AC0C-80F0-15BD-BF0A6A1E8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Probleem stelling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DD68B3D-9711-731F-B3EF-B6B772B66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9409216" cy="5342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Meest effectieve, robuuste, strategie voor meerdere zoekers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56B0FDE-C148-D2E6-BD37-B004E6E7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4</a:t>
            </a:fld>
            <a:endParaRPr lang="nl-NL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1DFAC6A-1046-980E-E3CA-5D37E2482F06}"/>
              </a:ext>
            </a:extLst>
          </p:cNvPr>
          <p:cNvSpPr txBox="1">
            <a:spLocks/>
          </p:cNvSpPr>
          <p:nvPr/>
        </p:nvSpPr>
        <p:spPr>
          <a:xfrm>
            <a:off x="1245123" y="1141008"/>
            <a:ext cx="3142048" cy="5342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Probleem stelling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ndertitel 2">
                <a:extLst>
                  <a:ext uri="{FF2B5EF4-FFF2-40B4-BE49-F238E27FC236}">
                    <a16:creationId xmlns:a16="http://schemas.microsoft.com/office/drawing/2014/main" id="{E7231BB6-7A06-EEDF-1003-8EB84FB4AA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8784" y="2969902"/>
                <a:ext cx="9409216" cy="36108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FontTx/>
                  <a:buChar char="-"/>
                </a:pPr>
                <a:r>
                  <a:rPr lang="nl-NL" sz="20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Succes kans </a:t>
                </a:r>
                <a14:m>
                  <m:oMath xmlns:m="http://schemas.openxmlformats.org/officeDocument/2006/math">
                    <m:r>
                      <a:rPr lang="nl-NL" sz="2000" b="0" i="0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nl-NL" sz="20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0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NL" sz="20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nl-NL" sz="2000" b="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000" noProof="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  <a:p>
                <a:pPr marL="342900" indent="-342900" algn="l">
                  <a:buFontTx/>
                  <a:buChar char="-"/>
                </a:pPr>
                <a:r>
                  <a:rPr lang="nl-NL" sz="20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Pakkans / risico kans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sz="20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0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nl-NL" sz="20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0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nl-NL" sz="20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nl-NL" sz="2000" noProof="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  <a:p>
                <a:pPr marL="342900" indent="-342900" algn="l">
                  <a:buFontTx/>
                  <a:buChar char="-"/>
                </a:pPr>
                <a:r>
                  <a:rPr lang="nl-NL" sz="20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Verstoppers</a:t>
                </a:r>
              </a:p>
              <a:p>
                <a:pPr marL="342900" indent="-342900" algn="l">
                  <a:buFontTx/>
                  <a:buChar char="-"/>
                </a:pPr>
                <a:r>
                  <a:rPr lang="nl-NL" sz="20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Verstop strategieën: Random, greedy, weighted</a:t>
                </a:r>
              </a:p>
            </p:txBody>
          </p:sp>
        </mc:Choice>
        <mc:Fallback xmlns="">
          <p:sp>
            <p:nvSpPr>
              <p:cNvPr id="8" name="Ondertitel 2">
                <a:extLst>
                  <a:ext uri="{FF2B5EF4-FFF2-40B4-BE49-F238E27FC236}">
                    <a16:creationId xmlns:a16="http://schemas.microsoft.com/office/drawing/2014/main" id="{E7231BB6-7A06-EEDF-1003-8EB84FB4A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784" y="2969902"/>
                <a:ext cx="9409216" cy="3610866"/>
              </a:xfrm>
              <a:prstGeom prst="rect">
                <a:avLst/>
              </a:prstGeom>
              <a:blipFill>
                <a:blip r:embed="rId5"/>
                <a:stretch>
                  <a:fillRect l="-712" t="-219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el 1">
            <a:extLst>
              <a:ext uri="{FF2B5EF4-FFF2-40B4-BE49-F238E27FC236}">
                <a16:creationId xmlns:a16="http://schemas.microsoft.com/office/drawing/2014/main" id="{EE6817CA-DE59-D736-5185-38C37F742CFD}"/>
              </a:ext>
            </a:extLst>
          </p:cNvPr>
          <p:cNvSpPr txBox="1">
            <a:spLocks/>
          </p:cNvSpPr>
          <p:nvPr/>
        </p:nvSpPr>
        <p:spPr>
          <a:xfrm>
            <a:off x="1245123" y="2322591"/>
            <a:ext cx="3142048" cy="5342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Definities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EDACB68A-44C7-0D26-D091-6A45881076FC}"/>
                  </a:ext>
                </a:extLst>
              </p:cNvPr>
              <p:cNvSpPr txBox="1"/>
              <p:nvPr/>
            </p:nvSpPr>
            <p:spPr>
              <a:xfrm>
                <a:off x="9319119" y="1630119"/>
                <a:ext cx="2743200" cy="52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NL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nl-NL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nl-NL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nl-NL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∏"/>
                        <m:supHide m:val="on"/>
                        <m:ctrlPr>
                          <a:rPr lang="nl-NL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NL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NL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nl-NL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/>
                      <m:e>
                        <m:f>
                          <m:fPr>
                            <m:ctrlPr>
                              <a:rPr lang="nl-NL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nl-NL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nl-NL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nl-NL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NL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nl-NL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nl-NL" noProof="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0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nl-NL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nl-NL" noProof="0" dirty="0">
                    <a:solidFill>
                      <a:schemeClr val="bg1"/>
                    </a:solidFill>
                  </a:rPr>
                  <a:t>   </a:t>
                </a:r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EDACB68A-44C7-0D26-D091-6A4588107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9119" y="1630119"/>
                <a:ext cx="2743200" cy="521168"/>
              </a:xfrm>
              <a:prstGeom prst="rect">
                <a:avLst/>
              </a:prstGeom>
              <a:blipFill>
                <a:blip r:embed="rId6"/>
                <a:stretch>
                  <a:fillRect t="-73256" b="-11279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5DD1966-212D-F3EF-EA33-C151839C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" y="6356350"/>
            <a:ext cx="1460500" cy="365125"/>
          </a:xfrm>
        </p:spPr>
        <p:txBody>
          <a:bodyPr/>
          <a:lstStyle/>
          <a:p>
            <a:r>
              <a:rPr lang="nl-NL" noProof="0" dirty="0"/>
              <a:t>* </a:t>
            </a:r>
            <a:r>
              <a:rPr lang="nl-NL" noProof="0" dirty="0" err="1"/>
              <a:t>Lidbetter</a:t>
            </a:r>
            <a:r>
              <a:rPr lang="nl-NL" noProof="0" dirty="0"/>
              <a:t> (2020)</a:t>
            </a:r>
          </a:p>
        </p:txBody>
      </p:sp>
      <p:grpSp>
        <p:nvGrpSpPr>
          <p:cNvPr id="56" name="Groep 55">
            <a:extLst>
              <a:ext uri="{FF2B5EF4-FFF2-40B4-BE49-F238E27FC236}">
                <a16:creationId xmlns:a16="http://schemas.microsoft.com/office/drawing/2014/main" id="{004580C4-630E-DD7C-0A86-B3FF34EDF637}"/>
              </a:ext>
            </a:extLst>
          </p:cNvPr>
          <p:cNvGrpSpPr/>
          <p:nvPr/>
        </p:nvGrpSpPr>
        <p:grpSpPr>
          <a:xfrm>
            <a:off x="8280605" y="3165484"/>
            <a:ext cx="2743200" cy="2739852"/>
            <a:chOff x="9594106" y="4074900"/>
            <a:chExt cx="1977531" cy="1975118"/>
          </a:xfrm>
        </p:grpSpPr>
        <p:grpSp>
          <p:nvGrpSpPr>
            <p:cNvPr id="48" name="Groep 47">
              <a:extLst>
                <a:ext uri="{FF2B5EF4-FFF2-40B4-BE49-F238E27FC236}">
                  <a16:creationId xmlns:a16="http://schemas.microsoft.com/office/drawing/2014/main" id="{AC527B53-AA77-2C22-4665-F9C789CA4C66}"/>
                </a:ext>
              </a:extLst>
            </p:cNvPr>
            <p:cNvGrpSpPr/>
            <p:nvPr/>
          </p:nvGrpSpPr>
          <p:grpSpPr>
            <a:xfrm>
              <a:off x="9594106" y="4074900"/>
              <a:ext cx="1977531" cy="1975118"/>
              <a:chOff x="7980440" y="3128102"/>
              <a:chExt cx="3014132" cy="3010453"/>
            </a:xfrm>
          </p:grpSpPr>
          <p:grpSp>
            <p:nvGrpSpPr>
              <p:cNvPr id="12" name="Groep 11">
                <a:extLst>
                  <a:ext uri="{FF2B5EF4-FFF2-40B4-BE49-F238E27FC236}">
                    <a16:creationId xmlns:a16="http://schemas.microsoft.com/office/drawing/2014/main" id="{5A5B09C3-CA63-C76C-9A8B-BF2653B33828}"/>
                  </a:ext>
                </a:extLst>
              </p:cNvPr>
              <p:cNvGrpSpPr/>
              <p:nvPr/>
            </p:nvGrpSpPr>
            <p:grpSpPr>
              <a:xfrm>
                <a:off x="7980440" y="3128102"/>
                <a:ext cx="3014132" cy="3010453"/>
                <a:chOff x="8207125" y="2734255"/>
                <a:chExt cx="3396345" cy="3392199"/>
              </a:xfrm>
            </p:grpSpPr>
            <p:sp>
              <p:nvSpPr>
                <p:cNvPr id="13" name="Rechthoek 12">
                  <a:extLst>
                    <a:ext uri="{FF2B5EF4-FFF2-40B4-BE49-F238E27FC236}">
                      <a16:creationId xmlns:a16="http://schemas.microsoft.com/office/drawing/2014/main" id="{05E7A3C0-B61D-5222-E7FB-C62C9EBABFD0}"/>
                    </a:ext>
                  </a:extLst>
                </p:cNvPr>
                <p:cNvSpPr/>
                <p:nvPr/>
              </p:nvSpPr>
              <p:spPr>
                <a:xfrm>
                  <a:off x="8207125" y="2734255"/>
                  <a:ext cx="679269" cy="679269"/>
                </a:xfrm>
                <a:prstGeom prst="rect">
                  <a:avLst/>
                </a:prstGeom>
                <a:solidFill>
                  <a:srgbClr val="FFB39B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4" name="Rechthoek 13">
                  <a:extLst>
                    <a:ext uri="{FF2B5EF4-FFF2-40B4-BE49-F238E27FC236}">
                      <a16:creationId xmlns:a16="http://schemas.microsoft.com/office/drawing/2014/main" id="{E1A96F2A-B0CD-EFD3-5F07-B8BF0FCF6E94}"/>
                    </a:ext>
                  </a:extLst>
                </p:cNvPr>
                <p:cNvSpPr/>
                <p:nvPr/>
              </p:nvSpPr>
              <p:spPr>
                <a:xfrm>
                  <a:off x="8886394" y="273425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5" name="Rechthoek 14">
                  <a:extLst>
                    <a:ext uri="{FF2B5EF4-FFF2-40B4-BE49-F238E27FC236}">
                      <a16:creationId xmlns:a16="http://schemas.microsoft.com/office/drawing/2014/main" id="{64336A6C-FC94-48C5-A620-9AFF6EB37247}"/>
                    </a:ext>
                  </a:extLst>
                </p:cNvPr>
                <p:cNvSpPr/>
                <p:nvPr/>
              </p:nvSpPr>
              <p:spPr>
                <a:xfrm>
                  <a:off x="9565663" y="273425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6" name="Rechthoek 15">
                  <a:extLst>
                    <a:ext uri="{FF2B5EF4-FFF2-40B4-BE49-F238E27FC236}">
                      <a16:creationId xmlns:a16="http://schemas.microsoft.com/office/drawing/2014/main" id="{7291912A-2C55-ED87-A264-474FFEDF4969}"/>
                    </a:ext>
                  </a:extLst>
                </p:cNvPr>
                <p:cNvSpPr/>
                <p:nvPr/>
              </p:nvSpPr>
              <p:spPr>
                <a:xfrm>
                  <a:off x="10244932" y="273425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7" name="Rechthoek 16">
                  <a:extLst>
                    <a:ext uri="{FF2B5EF4-FFF2-40B4-BE49-F238E27FC236}">
                      <a16:creationId xmlns:a16="http://schemas.microsoft.com/office/drawing/2014/main" id="{94CC2C1B-8B28-E56D-5BA0-C9F7B781A14B}"/>
                    </a:ext>
                  </a:extLst>
                </p:cNvPr>
                <p:cNvSpPr/>
                <p:nvPr/>
              </p:nvSpPr>
              <p:spPr>
                <a:xfrm>
                  <a:off x="10924201" y="2734255"/>
                  <a:ext cx="679269" cy="679269"/>
                </a:xfrm>
                <a:prstGeom prst="rect">
                  <a:avLst/>
                </a:prstGeom>
                <a:solidFill>
                  <a:srgbClr val="FFB39B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8" name="Rechthoek 17">
                  <a:extLst>
                    <a:ext uri="{FF2B5EF4-FFF2-40B4-BE49-F238E27FC236}">
                      <a16:creationId xmlns:a16="http://schemas.microsoft.com/office/drawing/2014/main" id="{C928507A-BA95-39C6-9719-37F298EAA6CF}"/>
                    </a:ext>
                  </a:extLst>
                </p:cNvPr>
                <p:cNvSpPr/>
                <p:nvPr/>
              </p:nvSpPr>
              <p:spPr>
                <a:xfrm>
                  <a:off x="8207125" y="3413523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9" name="Rechthoek 18">
                  <a:extLst>
                    <a:ext uri="{FF2B5EF4-FFF2-40B4-BE49-F238E27FC236}">
                      <a16:creationId xmlns:a16="http://schemas.microsoft.com/office/drawing/2014/main" id="{1BEDEE41-CD30-B7F2-BE80-329EB8C0E558}"/>
                    </a:ext>
                  </a:extLst>
                </p:cNvPr>
                <p:cNvSpPr/>
                <p:nvPr/>
              </p:nvSpPr>
              <p:spPr>
                <a:xfrm>
                  <a:off x="8886394" y="3413523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20" name="Rechthoek 19">
                  <a:extLst>
                    <a:ext uri="{FF2B5EF4-FFF2-40B4-BE49-F238E27FC236}">
                      <a16:creationId xmlns:a16="http://schemas.microsoft.com/office/drawing/2014/main" id="{8E76C3AC-2E98-2498-1297-3053FC0F4A6E}"/>
                    </a:ext>
                  </a:extLst>
                </p:cNvPr>
                <p:cNvSpPr/>
                <p:nvPr/>
              </p:nvSpPr>
              <p:spPr>
                <a:xfrm>
                  <a:off x="9565663" y="3413523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21" name="Rechthoek 20">
                  <a:extLst>
                    <a:ext uri="{FF2B5EF4-FFF2-40B4-BE49-F238E27FC236}">
                      <a16:creationId xmlns:a16="http://schemas.microsoft.com/office/drawing/2014/main" id="{024863B2-1F06-120E-016F-A75CD28E7C94}"/>
                    </a:ext>
                  </a:extLst>
                </p:cNvPr>
                <p:cNvSpPr/>
                <p:nvPr/>
              </p:nvSpPr>
              <p:spPr>
                <a:xfrm>
                  <a:off x="10244932" y="3413523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22" name="Rechthoek 21">
                  <a:extLst>
                    <a:ext uri="{FF2B5EF4-FFF2-40B4-BE49-F238E27FC236}">
                      <a16:creationId xmlns:a16="http://schemas.microsoft.com/office/drawing/2014/main" id="{90BD8296-24A6-51D4-6E95-E908340BAE20}"/>
                    </a:ext>
                  </a:extLst>
                </p:cNvPr>
                <p:cNvSpPr/>
                <p:nvPr/>
              </p:nvSpPr>
              <p:spPr>
                <a:xfrm>
                  <a:off x="10924201" y="3413523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23" name="Rechthoek 22">
                  <a:extLst>
                    <a:ext uri="{FF2B5EF4-FFF2-40B4-BE49-F238E27FC236}">
                      <a16:creationId xmlns:a16="http://schemas.microsoft.com/office/drawing/2014/main" id="{9F7B7984-2E2C-10BE-C5BC-BEC46A782A63}"/>
                    </a:ext>
                  </a:extLst>
                </p:cNvPr>
                <p:cNvSpPr/>
                <p:nvPr/>
              </p:nvSpPr>
              <p:spPr>
                <a:xfrm>
                  <a:off x="8207125" y="4092792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24" name="Rechthoek 23">
                  <a:extLst>
                    <a:ext uri="{FF2B5EF4-FFF2-40B4-BE49-F238E27FC236}">
                      <a16:creationId xmlns:a16="http://schemas.microsoft.com/office/drawing/2014/main" id="{FA7CDDD3-93E1-16EB-1968-D5A5C72843CF}"/>
                    </a:ext>
                  </a:extLst>
                </p:cNvPr>
                <p:cNvSpPr/>
                <p:nvPr/>
              </p:nvSpPr>
              <p:spPr>
                <a:xfrm>
                  <a:off x="8886394" y="4092792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25" name="Rechthoek 24">
                  <a:extLst>
                    <a:ext uri="{FF2B5EF4-FFF2-40B4-BE49-F238E27FC236}">
                      <a16:creationId xmlns:a16="http://schemas.microsoft.com/office/drawing/2014/main" id="{54D111DD-72A2-6A61-A3C5-43CDDA0919A4}"/>
                    </a:ext>
                  </a:extLst>
                </p:cNvPr>
                <p:cNvSpPr/>
                <p:nvPr/>
              </p:nvSpPr>
              <p:spPr>
                <a:xfrm>
                  <a:off x="9565663" y="4092792"/>
                  <a:ext cx="679269" cy="679269"/>
                </a:xfrm>
                <a:prstGeom prst="rect">
                  <a:avLst/>
                </a:prstGeom>
                <a:solidFill>
                  <a:srgbClr val="FFB39B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26" name="Rechthoek 25">
                  <a:extLst>
                    <a:ext uri="{FF2B5EF4-FFF2-40B4-BE49-F238E27FC236}">
                      <a16:creationId xmlns:a16="http://schemas.microsoft.com/office/drawing/2014/main" id="{5DB3F048-4AB1-30EC-4B43-54C379CF4C03}"/>
                    </a:ext>
                  </a:extLst>
                </p:cNvPr>
                <p:cNvSpPr/>
                <p:nvPr/>
              </p:nvSpPr>
              <p:spPr>
                <a:xfrm>
                  <a:off x="10244932" y="4092792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27" name="Rechthoek 26">
                  <a:extLst>
                    <a:ext uri="{FF2B5EF4-FFF2-40B4-BE49-F238E27FC236}">
                      <a16:creationId xmlns:a16="http://schemas.microsoft.com/office/drawing/2014/main" id="{9FB39D0D-0E9E-AFB7-C308-C70EDCE786AA}"/>
                    </a:ext>
                  </a:extLst>
                </p:cNvPr>
                <p:cNvSpPr/>
                <p:nvPr/>
              </p:nvSpPr>
              <p:spPr>
                <a:xfrm>
                  <a:off x="10924201" y="4092792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28" name="Rechthoek 27">
                  <a:extLst>
                    <a:ext uri="{FF2B5EF4-FFF2-40B4-BE49-F238E27FC236}">
                      <a16:creationId xmlns:a16="http://schemas.microsoft.com/office/drawing/2014/main" id="{FB6A1CFC-4C4B-5F31-34C9-A256DC32C6E2}"/>
                    </a:ext>
                  </a:extLst>
                </p:cNvPr>
                <p:cNvSpPr/>
                <p:nvPr/>
              </p:nvSpPr>
              <p:spPr>
                <a:xfrm>
                  <a:off x="8207125" y="4769988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29" name="Rechthoek 28">
                  <a:extLst>
                    <a:ext uri="{FF2B5EF4-FFF2-40B4-BE49-F238E27FC236}">
                      <a16:creationId xmlns:a16="http://schemas.microsoft.com/office/drawing/2014/main" id="{4CDC716A-DFD3-7F0A-A9C1-407A728716DB}"/>
                    </a:ext>
                  </a:extLst>
                </p:cNvPr>
                <p:cNvSpPr/>
                <p:nvPr/>
              </p:nvSpPr>
              <p:spPr>
                <a:xfrm>
                  <a:off x="8886394" y="4769988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30" name="Rechthoek 29">
                  <a:extLst>
                    <a:ext uri="{FF2B5EF4-FFF2-40B4-BE49-F238E27FC236}">
                      <a16:creationId xmlns:a16="http://schemas.microsoft.com/office/drawing/2014/main" id="{41EB749E-07BC-6337-CA5B-1C56070B1571}"/>
                    </a:ext>
                  </a:extLst>
                </p:cNvPr>
                <p:cNvSpPr/>
                <p:nvPr/>
              </p:nvSpPr>
              <p:spPr>
                <a:xfrm>
                  <a:off x="9565663" y="4769988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31" name="Rechthoek 30">
                  <a:extLst>
                    <a:ext uri="{FF2B5EF4-FFF2-40B4-BE49-F238E27FC236}">
                      <a16:creationId xmlns:a16="http://schemas.microsoft.com/office/drawing/2014/main" id="{8EE9F2C1-F665-FF17-3DB3-0C0B00CE4B34}"/>
                    </a:ext>
                  </a:extLst>
                </p:cNvPr>
                <p:cNvSpPr/>
                <p:nvPr/>
              </p:nvSpPr>
              <p:spPr>
                <a:xfrm>
                  <a:off x="10244932" y="4769988"/>
                  <a:ext cx="679269" cy="679269"/>
                </a:xfrm>
                <a:prstGeom prst="rect">
                  <a:avLst/>
                </a:prstGeom>
                <a:solidFill>
                  <a:srgbClr val="FF9F8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32" name="Rechthoek 31">
                  <a:extLst>
                    <a:ext uri="{FF2B5EF4-FFF2-40B4-BE49-F238E27FC236}">
                      <a16:creationId xmlns:a16="http://schemas.microsoft.com/office/drawing/2014/main" id="{10BF71E2-76AD-6FBA-8892-EA6F25C22AD8}"/>
                    </a:ext>
                  </a:extLst>
                </p:cNvPr>
                <p:cNvSpPr/>
                <p:nvPr/>
              </p:nvSpPr>
              <p:spPr>
                <a:xfrm>
                  <a:off x="10924201" y="4769988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33" name="Rechthoek 32">
                  <a:extLst>
                    <a:ext uri="{FF2B5EF4-FFF2-40B4-BE49-F238E27FC236}">
                      <a16:creationId xmlns:a16="http://schemas.microsoft.com/office/drawing/2014/main" id="{3C3E1274-5B97-13B5-B336-6642273A4D64}"/>
                    </a:ext>
                  </a:extLst>
                </p:cNvPr>
                <p:cNvSpPr/>
                <p:nvPr/>
              </p:nvSpPr>
              <p:spPr>
                <a:xfrm>
                  <a:off x="8207125" y="544718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34" name="Rechthoek 33">
                  <a:extLst>
                    <a:ext uri="{FF2B5EF4-FFF2-40B4-BE49-F238E27FC236}">
                      <a16:creationId xmlns:a16="http://schemas.microsoft.com/office/drawing/2014/main" id="{E4EAB43F-ACD8-C74A-F611-FDA76C075485}"/>
                    </a:ext>
                  </a:extLst>
                </p:cNvPr>
                <p:cNvSpPr/>
                <p:nvPr/>
              </p:nvSpPr>
              <p:spPr>
                <a:xfrm>
                  <a:off x="8886394" y="5447185"/>
                  <a:ext cx="679269" cy="679269"/>
                </a:xfrm>
                <a:prstGeom prst="rect">
                  <a:avLst/>
                </a:prstGeom>
                <a:solidFill>
                  <a:srgbClr val="FFB39B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35" name="Rechthoek 34">
                  <a:extLst>
                    <a:ext uri="{FF2B5EF4-FFF2-40B4-BE49-F238E27FC236}">
                      <a16:creationId xmlns:a16="http://schemas.microsoft.com/office/drawing/2014/main" id="{E475A7FA-6ACA-9416-56A7-3A9343E3792D}"/>
                    </a:ext>
                  </a:extLst>
                </p:cNvPr>
                <p:cNvSpPr/>
                <p:nvPr/>
              </p:nvSpPr>
              <p:spPr>
                <a:xfrm>
                  <a:off x="9565663" y="544718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36" name="Rechthoek 35">
                  <a:extLst>
                    <a:ext uri="{FF2B5EF4-FFF2-40B4-BE49-F238E27FC236}">
                      <a16:creationId xmlns:a16="http://schemas.microsoft.com/office/drawing/2014/main" id="{8A6D22F9-1558-66DE-2786-34697A0F7274}"/>
                    </a:ext>
                  </a:extLst>
                </p:cNvPr>
                <p:cNvSpPr/>
                <p:nvPr/>
              </p:nvSpPr>
              <p:spPr>
                <a:xfrm>
                  <a:off x="10244932" y="544718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37" name="Rechthoek 36">
                  <a:extLst>
                    <a:ext uri="{FF2B5EF4-FFF2-40B4-BE49-F238E27FC236}">
                      <a16:creationId xmlns:a16="http://schemas.microsoft.com/office/drawing/2014/main" id="{05F8B9A8-DD52-5AFC-BEAC-B9973D9DA02A}"/>
                    </a:ext>
                  </a:extLst>
                </p:cNvPr>
                <p:cNvSpPr/>
                <p:nvPr/>
              </p:nvSpPr>
              <p:spPr>
                <a:xfrm>
                  <a:off x="10924201" y="544718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</p:grpSp>
          <p:sp>
            <p:nvSpPr>
              <p:cNvPr id="10" name="Ovaal 9">
                <a:extLst>
                  <a:ext uri="{FF2B5EF4-FFF2-40B4-BE49-F238E27FC236}">
                    <a16:creationId xmlns:a16="http://schemas.microsoft.com/office/drawing/2014/main" id="{C969CF9F-4B8C-D6A2-4769-B7CC9380324A}"/>
                  </a:ext>
                </a:extLst>
              </p:cNvPr>
              <p:cNvSpPr/>
              <p:nvPr/>
            </p:nvSpPr>
            <p:spPr>
              <a:xfrm>
                <a:off x="9911737" y="5054517"/>
                <a:ext cx="357188" cy="357188"/>
              </a:xfrm>
              <a:prstGeom prst="ellipse">
                <a:avLst/>
              </a:prstGeom>
              <a:ln w="28575"/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4" name="Vrije vorm: vorm 43">
                <a:extLst>
                  <a:ext uri="{FF2B5EF4-FFF2-40B4-BE49-F238E27FC236}">
                    <a16:creationId xmlns:a16="http://schemas.microsoft.com/office/drawing/2014/main" id="{ACDED46B-C64C-2B15-D917-09BD45AF20A4}"/>
                  </a:ext>
                </a:extLst>
              </p:cNvPr>
              <p:cNvSpPr/>
              <p:nvPr/>
            </p:nvSpPr>
            <p:spPr>
              <a:xfrm rot="5400000">
                <a:off x="9848156" y="3183361"/>
                <a:ext cx="233090" cy="200938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solidFill>
                <a:srgbClr val="ADAD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5" name="Vrije vorm: vorm 44">
                <a:extLst>
                  <a:ext uri="{FF2B5EF4-FFF2-40B4-BE49-F238E27FC236}">
                    <a16:creationId xmlns:a16="http://schemas.microsoft.com/office/drawing/2014/main" id="{D57C1189-10C8-C9D8-3649-CA4B8539845F}"/>
                  </a:ext>
                </a:extLst>
              </p:cNvPr>
              <p:cNvSpPr/>
              <p:nvPr/>
            </p:nvSpPr>
            <p:spPr>
              <a:xfrm rot="5400000">
                <a:off x="10099757" y="3373742"/>
                <a:ext cx="228174" cy="196701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solidFill>
                <a:srgbClr val="ADAD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6" name="Vrije vorm: vorm 45">
                <a:extLst>
                  <a:ext uri="{FF2B5EF4-FFF2-40B4-BE49-F238E27FC236}">
                    <a16:creationId xmlns:a16="http://schemas.microsoft.com/office/drawing/2014/main" id="{A5F9156A-3A0C-F53B-9D1F-6BBB3050E11D}"/>
                  </a:ext>
                </a:extLst>
              </p:cNvPr>
              <p:cNvSpPr/>
              <p:nvPr/>
            </p:nvSpPr>
            <p:spPr>
              <a:xfrm rot="10800000">
                <a:off x="8136937" y="3907413"/>
                <a:ext cx="289832" cy="249855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solidFill>
                <a:srgbClr val="ADAD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7" name="Vrije vorm: vorm 46">
                <a:extLst>
                  <a:ext uri="{FF2B5EF4-FFF2-40B4-BE49-F238E27FC236}">
                    <a16:creationId xmlns:a16="http://schemas.microsoft.com/office/drawing/2014/main" id="{A808EC70-C4BD-F5C9-13DA-679042877ECC}"/>
                  </a:ext>
                </a:extLst>
              </p:cNvPr>
              <p:cNvSpPr/>
              <p:nvPr/>
            </p:nvSpPr>
            <p:spPr>
              <a:xfrm rot="5400000">
                <a:off x="9382042" y="5110310"/>
                <a:ext cx="289832" cy="249854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solidFill>
                <a:srgbClr val="ADADA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</p:grp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B5007D7F-97C9-319C-A0CD-2E2E71E1FAFF}"/>
                </a:ext>
              </a:extLst>
            </p:cNvPr>
            <p:cNvSpPr/>
            <p:nvPr/>
          </p:nvSpPr>
          <p:spPr>
            <a:xfrm rot="5400000">
              <a:off x="9709896" y="5770905"/>
              <a:ext cx="190155" cy="163926"/>
            </a:xfrm>
            <a:custGeom>
              <a:avLst/>
              <a:gdLst>
                <a:gd name="connsiteX0" fmla="*/ 495300 w 990600"/>
                <a:gd name="connsiteY0" fmla="*/ 0 h 853966"/>
                <a:gd name="connsiteX1" fmla="*/ 990600 w 990600"/>
                <a:gd name="connsiteY1" fmla="*/ 853966 h 853966"/>
                <a:gd name="connsiteX2" fmla="*/ 582332 w 990600"/>
                <a:gd name="connsiteY2" fmla="*/ 853966 h 853966"/>
                <a:gd name="connsiteX3" fmla="*/ 495300 w 990600"/>
                <a:gd name="connsiteY3" fmla="*/ 703912 h 853966"/>
                <a:gd name="connsiteX4" fmla="*/ 408269 w 990600"/>
                <a:gd name="connsiteY4" fmla="*/ 853966 h 853966"/>
                <a:gd name="connsiteX5" fmla="*/ 0 w 990600"/>
                <a:gd name="connsiteY5" fmla="*/ 853966 h 853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00" h="853966">
                  <a:moveTo>
                    <a:pt x="495300" y="0"/>
                  </a:moveTo>
                  <a:lnTo>
                    <a:pt x="990600" y="853966"/>
                  </a:lnTo>
                  <a:lnTo>
                    <a:pt x="582332" y="853966"/>
                  </a:lnTo>
                  <a:lnTo>
                    <a:pt x="495300" y="703912"/>
                  </a:lnTo>
                  <a:lnTo>
                    <a:pt x="408269" y="853966"/>
                  </a:lnTo>
                  <a:lnTo>
                    <a:pt x="0" y="853966"/>
                  </a:lnTo>
                  <a:close/>
                </a:path>
              </a:pathLst>
            </a:custGeom>
            <a:solidFill>
              <a:srgbClr val="ADADA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noProof="0" dirty="0"/>
            </a:p>
          </p:txBody>
        </p:sp>
      </p:grpSp>
      <p:pic>
        <p:nvPicPr>
          <p:cNvPr id="39" name="Picture 4">
            <a:extLst>
              <a:ext uri="{FF2B5EF4-FFF2-40B4-BE49-F238E27FC236}">
                <a16:creationId xmlns:a16="http://schemas.microsoft.com/office/drawing/2014/main" id="{91898404-E356-3F1A-97FD-B01899E69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801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730"/>
    </mc:Choice>
    <mc:Fallback xmlns="">
      <p:transition spd="slow" advTm="6173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C6915-D805-64BE-BDCC-92D3A275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D7531-F670-F334-2FCF-ED2C60D59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Methodiek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4432A76-639A-4E76-865C-C9283077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5</a:t>
            </a:fld>
            <a:endParaRPr lang="nl-NL" noProof="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E6E9914-9513-97BD-DBB4-E5036F0B33DF}"/>
              </a:ext>
            </a:extLst>
          </p:cNvPr>
          <p:cNvSpPr txBox="1">
            <a:spLocks/>
          </p:cNvSpPr>
          <p:nvPr/>
        </p:nvSpPr>
        <p:spPr>
          <a:xfrm>
            <a:off x="1053895" y="2098974"/>
            <a:ext cx="9409216" cy="3610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endParaRPr lang="nl-NL" sz="20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63880A2-6339-C4F9-630E-42AC1EF1A8A9}"/>
              </a:ext>
            </a:extLst>
          </p:cNvPr>
          <p:cNvSpPr txBox="1">
            <a:spLocks/>
          </p:cNvSpPr>
          <p:nvPr/>
        </p:nvSpPr>
        <p:spPr>
          <a:xfrm>
            <a:off x="1040234" y="1451663"/>
            <a:ext cx="3142048" cy="5342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Simulatie</a:t>
            </a:r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28503EE5-E01B-008B-EF86-579E5FAA6DA2}"/>
              </a:ext>
            </a:extLst>
          </p:cNvPr>
          <p:cNvSpPr txBox="1">
            <a:spLocks/>
          </p:cNvSpPr>
          <p:nvPr/>
        </p:nvSpPr>
        <p:spPr>
          <a:xfrm>
            <a:off x="1053895" y="2212013"/>
            <a:ext cx="9409216" cy="3610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Python, OOP</a:t>
            </a:r>
          </a:p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Monte </a:t>
            </a:r>
            <a:r>
              <a:rPr lang="nl-NL" sz="20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carlo</a:t>
            </a:r>
            <a:endParaRPr lang="nl-NL" sz="20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pic>
        <p:nvPicPr>
          <p:cNvPr id="9" name="Afbeelding 8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3C967AA0-20FC-7D4D-57A8-776D7822A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953" y="1129185"/>
            <a:ext cx="5936343" cy="3267157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56F369BF-9860-0C67-71BB-7DB7DB467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81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84"/>
    </mc:Choice>
    <mc:Fallback xmlns="">
      <p:transition spd="slow" advTm="1798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E8C3F-7D41-7306-C592-8E18ED20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8A8E89-63C5-FA2F-3157-F01CE5329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Methodiek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B030FE3-4998-AAE1-0F72-F43419410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6</a:t>
            </a:fld>
            <a:endParaRPr lang="nl-NL" noProof="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B1699E6-0008-AF1C-7F7F-1E8739ED10B1}"/>
              </a:ext>
            </a:extLst>
          </p:cNvPr>
          <p:cNvSpPr txBox="1">
            <a:spLocks/>
          </p:cNvSpPr>
          <p:nvPr/>
        </p:nvSpPr>
        <p:spPr>
          <a:xfrm>
            <a:off x="1053895" y="2098974"/>
            <a:ext cx="9409216" cy="3610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endParaRPr lang="nl-NL" sz="20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A32FE023-6370-02C0-509F-F3ADFF89C18C}"/>
              </a:ext>
            </a:extLst>
          </p:cNvPr>
          <p:cNvSpPr txBox="1">
            <a:spLocks/>
          </p:cNvSpPr>
          <p:nvPr/>
        </p:nvSpPr>
        <p:spPr>
          <a:xfrm>
            <a:off x="1040234" y="1451663"/>
            <a:ext cx="3142048" cy="5342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Simulatie</a:t>
            </a:r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9911955B-B7BA-2DEC-3831-D34B216E832E}"/>
              </a:ext>
            </a:extLst>
          </p:cNvPr>
          <p:cNvSpPr txBox="1">
            <a:spLocks/>
          </p:cNvSpPr>
          <p:nvPr/>
        </p:nvSpPr>
        <p:spPr>
          <a:xfrm>
            <a:off x="1053895" y="2212013"/>
            <a:ext cx="9409216" cy="3610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Python, OOP</a:t>
            </a:r>
          </a:p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Monte </a:t>
            </a:r>
            <a:r>
              <a:rPr lang="nl-NL" sz="20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carlo</a:t>
            </a:r>
            <a:endParaRPr lang="nl-NL" sz="20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pic>
        <p:nvPicPr>
          <p:cNvPr id="9" name="Screen Recording 2026-01-03 145119">
            <a:hlinkClick r:id="" action="ppaction://media"/>
            <a:extLst>
              <a:ext uri="{FF2B5EF4-FFF2-40B4-BE49-F238E27FC236}">
                <a16:creationId xmlns:a16="http://schemas.microsoft.com/office/drawing/2014/main" id="{0BBF2F70-E11C-FC14-0C5E-5007CCFA12E9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1045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10627" y="1140832"/>
            <a:ext cx="6316829" cy="3466354"/>
          </a:xfrm>
          <a:prstGeom prst="rect">
            <a:avLst/>
          </a:prstGeom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96AAEF80-11DC-9AE0-4EF5-B35E0D254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81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2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1C2D1-97A4-0412-DE91-85182B627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3E3D16-E70A-D508-3D60-9ED2F59F2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Methodiek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2E4E80F-7FF9-0142-D822-14F1A7EE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7</a:t>
            </a:fld>
            <a:endParaRPr lang="nl-NL" noProof="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455001E-0456-BE43-3365-70687D62AB1F}"/>
              </a:ext>
            </a:extLst>
          </p:cNvPr>
          <p:cNvSpPr txBox="1">
            <a:spLocks/>
          </p:cNvSpPr>
          <p:nvPr/>
        </p:nvSpPr>
        <p:spPr>
          <a:xfrm>
            <a:off x="1053895" y="2098974"/>
            <a:ext cx="9409216" cy="3610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endParaRPr lang="nl-NL" sz="20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C576BFB-D968-B823-ED9E-C3E7E9FBE175}"/>
              </a:ext>
            </a:extLst>
          </p:cNvPr>
          <p:cNvSpPr txBox="1">
            <a:spLocks/>
          </p:cNvSpPr>
          <p:nvPr/>
        </p:nvSpPr>
        <p:spPr>
          <a:xfrm>
            <a:off x="1040234" y="1451663"/>
            <a:ext cx="3142048" cy="5342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Simulatie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ndertitel 2">
                <a:extLst>
                  <a:ext uri="{FF2B5EF4-FFF2-40B4-BE49-F238E27FC236}">
                    <a16:creationId xmlns:a16="http://schemas.microsoft.com/office/drawing/2014/main" id="{090316CC-EF14-41E6-28D2-B2B2B045B3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53895" y="2212013"/>
                <a:ext cx="9409216" cy="361086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FontTx/>
                  <a:buChar char="-"/>
                </a:pPr>
                <a:r>
                  <a:rPr lang="nl-NL" sz="20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Python, OOP</a:t>
                </a:r>
              </a:p>
              <a:p>
                <a:pPr marL="342900" indent="-342900" algn="l">
                  <a:buFontTx/>
                  <a:buChar char="-"/>
                </a:pPr>
                <a:r>
                  <a:rPr lang="nl-NL" sz="20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Monte </a:t>
                </a:r>
                <a:r>
                  <a:rPr lang="nl-NL" sz="2000" noProof="0" dirty="0" err="1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carlo</a:t>
                </a:r>
                <a:endParaRPr lang="nl-NL" sz="2000" noProof="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  <a:p>
                <a:pPr marL="342900" indent="-342900" algn="l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nl-NL" sz="200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𝜖</m:t>
                    </m:r>
                    <m:r>
                      <a:rPr lang="nl-NL" sz="200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≈0.005</m:t>
                    </m:r>
                  </m:oMath>
                </a14:m>
                <a:endParaRPr lang="nl-NL" sz="2000" noProof="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Ondertitel 2">
                <a:extLst>
                  <a:ext uri="{FF2B5EF4-FFF2-40B4-BE49-F238E27FC236}">
                    <a16:creationId xmlns:a16="http://schemas.microsoft.com/office/drawing/2014/main" id="{090316CC-EF14-41E6-28D2-B2B2B045B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895" y="2212013"/>
                <a:ext cx="9409216" cy="3610866"/>
              </a:xfrm>
              <a:prstGeom prst="rect">
                <a:avLst/>
              </a:prstGeom>
              <a:blipFill>
                <a:blip r:embed="rId5"/>
                <a:stretch>
                  <a:fillRect l="-778" t="-219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C7863726-EDF2-45A3-997B-1AE6FC063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462425"/>
              </p:ext>
            </p:extLst>
          </p:nvPr>
        </p:nvGraphicFramePr>
        <p:xfrm>
          <a:off x="5225144" y="1451663"/>
          <a:ext cx="4520910" cy="2797682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60455">
                  <a:extLst>
                    <a:ext uri="{9D8B030D-6E8A-4147-A177-3AD203B41FA5}">
                      <a16:colId xmlns:a16="http://schemas.microsoft.com/office/drawing/2014/main" val="997819214"/>
                    </a:ext>
                  </a:extLst>
                </a:gridCol>
                <a:gridCol w="2260455">
                  <a:extLst>
                    <a:ext uri="{9D8B030D-6E8A-4147-A177-3AD203B41FA5}">
                      <a16:colId xmlns:a16="http://schemas.microsoft.com/office/drawing/2014/main" val="4145229056"/>
                    </a:ext>
                  </a:extLst>
                </a:gridCol>
              </a:tblGrid>
              <a:tr h="294493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Variabele</a:t>
                      </a:r>
                    </a:p>
                  </a:txBody>
                  <a:tcPr marL="73623" marR="73623" marT="36812" marB="36812"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Waarde</a:t>
                      </a:r>
                    </a:p>
                  </a:txBody>
                  <a:tcPr marL="73623" marR="73623" marT="36812" marB="36812"/>
                </a:tc>
                <a:extLst>
                  <a:ext uri="{0D108BD9-81ED-4DB2-BD59-A6C34878D82A}">
                    <a16:rowId xmlns:a16="http://schemas.microsoft.com/office/drawing/2014/main" val="2226069849"/>
                  </a:ext>
                </a:extLst>
              </a:tr>
              <a:tr h="294493">
                <a:tc>
                  <a:txBody>
                    <a:bodyPr/>
                    <a:lstStyle/>
                    <a:p>
                      <a:r>
                        <a:rPr lang="nl-NL" sz="1400" noProof="0" dirty="0" err="1"/>
                        <a:t>Grid</a:t>
                      </a:r>
                      <a:r>
                        <a:rPr lang="nl-NL" sz="1400" noProof="0" dirty="0"/>
                        <a:t> grootte</a:t>
                      </a:r>
                    </a:p>
                  </a:txBody>
                  <a:tcPr marL="73623" marR="73623" marT="36812" marB="36812"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20 x 20</a:t>
                      </a:r>
                    </a:p>
                  </a:txBody>
                  <a:tcPr marL="73623" marR="73623" marT="36812" marB="36812"/>
                </a:tc>
                <a:extLst>
                  <a:ext uri="{0D108BD9-81ED-4DB2-BD59-A6C34878D82A}">
                    <a16:rowId xmlns:a16="http://schemas.microsoft.com/office/drawing/2014/main" val="1053727636"/>
                  </a:ext>
                </a:extLst>
              </a:tr>
              <a:tr h="294493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Zwerm groottes </a:t>
                      </a:r>
                    </a:p>
                  </a:txBody>
                  <a:tcPr marL="73623" marR="73623" marT="36812" marB="36812"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{1,…,10}</a:t>
                      </a:r>
                    </a:p>
                  </a:txBody>
                  <a:tcPr marL="73623" marR="73623" marT="36812" marB="36812"/>
                </a:tc>
                <a:extLst>
                  <a:ext uri="{0D108BD9-81ED-4DB2-BD59-A6C34878D82A}">
                    <a16:rowId xmlns:a16="http://schemas.microsoft.com/office/drawing/2014/main" val="101349620"/>
                  </a:ext>
                </a:extLst>
              </a:tr>
              <a:tr h="294493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Mogelijke verstop plekken</a:t>
                      </a:r>
                    </a:p>
                  </a:txBody>
                  <a:tcPr marL="73623" marR="73623" marT="36812" marB="36812"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5</a:t>
                      </a:r>
                    </a:p>
                  </a:txBody>
                  <a:tcPr marL="73623" marR="73623" marT="36812" marB="36812"/>
                </a:tc>
                <a:extLst>
                  <a:ext uri="{0D108BD9-81ED-4DB2-BD59-A6C34878D82A}">
                    <a16:rowId xmlns:a16="http://schemas.microsoft.com/office/drawing/2014/main" val="2803037159"/>
                  </a:ext>
                </a:extLst>
              </a:tr>
              <a:tr h="294493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Hoeveelheid verstoppers</a:t>
                      </a:r>
                    </a:p>
                  </a:txBody>
                  <a:tcPr marL="73623" marR="73623" marT="36812" marB="36812"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{1,…,5}</a:t>
                      </a:r>
                    </a:p>
                  </a:txBody>
                  <a:tcPr marL="73623" marR="73623" marT="36812" marB="36812"/>
                </a:tc>
                <a:extLst>
                  <a:ext uri="{0D108BD9-81ED-4DB2-BD59-A6C34878D82A}">
                    <a16:rowId xmlns:a16="http://schemas.microsoft.com/office/drawing/2014/main" val="143466448"/>
                  </a:ext>
                </a:extLst>
              </a:tr>
              <a:tr h="515362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Verstop strategieën</a:t>
                      </a:r>
                    </a:p>
                  </a:txBody>
                  <a:tcPr marL="73623" marR="73623" marT="36812" marB="36812"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Random, Greedy, Weighted</a:t>
                      </a:r>
                    </a:p>
                  </a:txBody>
                  <a:tcPr marL="73623" marR="73623" marT="36812" marB="36812"/>
                </a:tc>
                <a:extLst>
                  <a:ext uri="{0D108BD9-81ED-4DB2-BD59-A6C34878D82A}">
                    <a16:rowId xmlns:a16="http://schemas.microsoft.com/office/drawing/2014/main" val="3701714551"/>
                  </a:ext>
                </a:extLst>
              </a:tr>
              <a:tr h="515362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Succes kansverdelingen</a:t>
                      </a:r>
                    </a:p>
                  </a:txBody>
                  <a:tcPr marL="73623" marR="73623" marT="36812" marB="36812"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Low </a:t>
                      </a:r>
                      <a:r>
                        <a:rPr lang="nl-NL" sz="1400" noProof="0" dirty="0" err="1"/>
                        <a:t>variance</a:t>
                      </a:r>
                      <a:r>
                        <a:rPr lang="nl-NL" sz="1400" noProof="0" dirty="0"/>
                        <a:t>, High </a:t>
                      </a:r>
                      <a:r>
                        <a:rPr lang="nl-NL" sz="1400" noProof="0" dirty="0" err="1"/>
                        <a:t>Variance</a:t>
                      </a:r>
                      <a:r>
                        <a:rPr lang="nl-NL" sz="1400" noProof="0" dirty="0"/>
                        <a:t>, Skewed</a:t>
                      </a:r>
                    </a:p>
                  </a:txBody>
                  <a:tcPr marL="73623" marR="73623" marT="36812" marB="36812"/>
                </a:tc>
                <a:extLst>
                  <a:ext uri="{0D108BD9-81ED-4DB2-BD59-A6C34878D82A}">
                    <a16:rowId xmlns:a16="http://schemas.microsoft.com/office/drawing/2014/main" val="3520310569"/>
                  </a:ext>
                </a:extLst>
              </a:tr>
              <a:tr h="294493"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Monte Carlo trials </a:t>
                      </a:r>
                    </a:p>
                  </a:txBody>
                  <a:tcPr marL="73623" marR="73623" marT="36812" marB="36812"/>
                </a:tc>
                <a:tc>
                  <a:txBody>
                    <a:bodyPr/>
                    <a:lstStyle/>
                    <a:p>
                      <a:r>
                        <a:rPr lang="nl-NL" sz="1400" noProof="0" dirty="0"/>
                        <a:t>100,000</a:t>
                      </a:r>
                    </a:p>
                  </a:txBody>
                  <a:tcPr marL="73623" marR="73623" marT="36812" marB="36812"/>
                </a:tc>
                <a:extLst>
                  <a:ext uri="{0D108BD9-81ED-4DB2-BD59-A6C34878D82A}">
                    <a16:rowId xmlns:a16="http://schemas.microsoft.com/office/drawing/2014/main" val="2140521129"/>
                  </a:ext>
                </a:extLst>
              </a:tr>
            </a:tbl>
          </a:graphicData>
        </a:graphic>
      </p:graphicFrame>
      <p:pic>
        <p:nvPicPr>
          <p:cNvPr id="31" name="Graphic 30">
            <a:extLst>
              <a:ext uri="{FF2B5EF4-FFF2-40B4-BE49-F238E27FC236}">
                <a16:creationId xmlns:a16="http://schemas.microsoft.com/office/drawing/2014/main" id="{CCB258ED-4609-7AE1-C7F1-AEEC857183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1092" y="4806573"/>
            <a:ext cx="2225853" cy="1825621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2CCF585E-049B-0E4E-489B-89A754E0EE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9522" y="4806573"/>
            <a:ext cx="2225853" cy="182562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37A02421-DC65-19CC-D79D-1E5666A842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97952" y="4806573"/>
            <a:ext cx="2225853" cy="1825621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6A302F5D-4131-0C82-A1A8-BD2CCEF7C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015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0"/>
    </mc:Choice>
    <mc:Fallback xmlns="">
      <p:transition spd="slow" advTm="3619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5A891-F6EE-5A24-46E5-AACD33811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35351-06D4-6777-7A5A-724A85169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Methodiek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631212E-D9FD-1293-FB9A-5D6458DE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8</a:t>
            </a:fld>
            <a:endParaRPr lang="nl-NL" noProof="0" dirty="0"/>
          </a:p>
        </p:txBody>
      </p:sp>
      <p:sp>
        <p:nvSpPr>
          <p:cNvPr id="1029" name="Ondertitel 2">
            <a:extLst>
              <a:ext uri="{FF2B5EF4-FFF2-40B4-BE49-F238E27FC236}">
                <a16:creationId xmlns:a16="http://schemas.microsoft.com/office/drawing/2014/main" id="{F1E33B9C-4FD8-104D-5D7D-CA16F1C46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4635989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Spel theoretisch &amp; Risico bewust</a:t>
            </a:r>
          </a:p>
          <a:p>
            <a:pPr lvl="1" algn="l"/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1.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Proportional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risk split</a:t>
            </a:r>
          </a:p>
          <a:p>
            <a:pPr lvl="1" algn="l"/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2.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Lidbetter</a:t>
            </a:r>
            <a:endParaRPr lang="nl-NL" sz="16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  <a:p>
            <a:pPr lvl="1" algn="l"/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3. Weighted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qa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subset sampling</a:t>
            </a:r>
          </a:p>
        </p:txBody>
      </p:sp>
      <p:sp>
        <p:nvSpPr>
          <p:cNvPr id="1030" name="Titel 1">
            <a:extLst>
              <a:ext uri="{FF2B5EF4-FFF2-40B4-BE49-F238E27FC236}">
                <a16:creationId xmlns:a16="http://schemas.microsoft.com/office/drawing/2014/main" id="{64DF5331-7355-09B2-A395-22686F43723D}"/>
              </a:ext>
            </a:extLst>
          </p:cNvPr>
          <p:cNvSpPr txBox="1">
            <a:spLocks/>
          </p:cNvSpPr>
          <p:nvPr/>
        </p:nvSpPr>
        <p:spPr>
          <a:xfrm>
            <a:off x="1245123" y="1141008"/>
            <a:ext cx="3142048" cy="5342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Zoek strategieën</a:t>
            </a:r>
          </a:p>
        </p:txBody>
      </p:sp>
      <p:grpSp>
        <p:nvGrpSpPr>
          <p:cNvPr id="1265" name="Groep 1264">
            <a:extLst>
              <a:ext uri="{FF2B5EF4-FFF2-40B4-BE49-F238E27FC236}">
                <a16:creationId xmlns:a16="http://schemas.microsoft.com/office/drawing/2014/main" id="{1A31FB38-CE2D-B2CF-860C-55763E0A9328}"/>
              </a:ext>
            </a:extLst>
          </p:cNvPr>
          <p:cNvGrpSpPr/>
          <p:nvPr/>
        </p:nvGrpSpPr>
        <p:grpSpPr>
          <a:xfrm>
            <a:off x="303547" y="3160999"/>
            <a:ext cx="2784369" cy="3744258"/>
            <a:chOff x="303547" y="3160999"/>
            <a:chExt cx="2784369" cy="3744258"/>
          </a:xfrm>
        </p:grpSpPr>
        <p:grpSp>
          <p:nvGrpSpPr>
            <p:cNvPr id="1077" name="Groep 1076">
              <a:extLst>
                <a:ext uri="{FF2B5EF4-FFF2-40B4-BE49-F238E27FC236}">
                  <a16:creationId xmlns:a16="http://schemas.microsoft.com/office/drawing/2014/main" id="{E2045961-CBA0-5ECF-A4FF-6562977D9E74}"/>
                </a:ext>
              </a:extLst>
            </p:cNvPr>
            <p:cNvGrpSpPr/>
            <p:nvPr/>
          </p:nvGrpSpPr>
          <p:grpSpPr>
            <a:xfrm>
              <a:off x="303547" y="3160999"/>
              <a:ext cx="2784369" cy="2739852"/>
              <a:chOff x="6681922" y="1583404"/>
              <a:chExt cx="2784369" cy="2739852"/>
            </a:xfrm>
          </p:grpSpPr>
          <p:grpSp>
            <p:nvGrpSpPr>
              <p:cNvPr id="1036" name="Groep 1035">
                <a:extLst>
                  <a:ext uri="{FF2B5EF4-FFF2-40B4-BE49-F238E27FC236}">
                    <a16:creationId xmlns:a16="http://schemas.microsoft.com/office/drawing/2014/main" id="{972F00BA-5B6F-3131-EAA3-EE7B884610ED}"/>
                  </a:ext>
                </a:extLst>
              </p:cNvPr>
              <p:cNvGrpSpPr/>
              <p:nvPr/>
            </p:nvGrpSpPr>
            <p:grpSpPr>
              <a:xfrm>
                <a:off x="6695645" y="1583404"/>
                <a:ext cx="2743200" cy="2739852"/>
                <a:chOff x="9594106" y="4074900"/>
                <a:chExt cx="1977531" cy="1975118"/>
              </a:xfrm>
            </p:grpSpPr>
            <p:grpSp>
              <p:nvGrpSpPr>
                <p:cNvPr id="1037" name="Groep 1036">
                  <a:extLst>
                    <a:ext uri="{FF2B5EF4-FFF2-40B4-BE49-F238E27FC236}">
                      <a16:creationId xmlns:a16="http://schemas.microsoft.com/office/drawing/2014/main" id="{1696EF08-91BA-AB49-A273-15782B0072AD}"/>
                    </a:ext>
                  </a:extLst>
                </p:cNvPr>
                <p:cNvGrpSpPr/>
                <p:nvPr/>
              </p:nvGrpSpPr>
              <p:grpSpPr>
                <a:xfrm>
                  <a:off x="9594106" y="4074900"/>
                  <a:ext cx="1977531" cy="1975118"/>
                  <a:chOff x="7980440" y="3128102"/>
                  <a:chExt cx="3014132" cy="3010453"/>
                </a:xfrm>
              </p:grpSpPr>
              <p:grpSp>
                <p:nvGrpSpPr>
                  <p:cNvPr id="1039" name="Groep 1038">
                    <a:extLst>
                      <a:ext uri="{FF2B5EF4-FFF2-40B4-BE49-F238E27FC236}">
                        <a16:creationId xmlns:a16="http://schemas.microsoft.com/office/drawing/2014/main" id="{9EA83D02-20F1-984B-28CE-96E31416637F}"/>
                      </a:ext>
                    </a:extLst>
                  </p:cNvPr>
                  <p:cNvGrpSpPr/>
                  <p:nvPr/>
                </p:nvGrpSpPr>
                <p:grpSpPr>
                  <a:xfrm>
                    <a:off x="7980440" y="3128102"/>
                    <a:ext cx="3014132" cy="3010453"/>
                    <a:chOff x="8207125" y="2734255"/>
                    <a:chExt cx="3396345" cy="3392199"/>
                  </a:xfrm>
                </p:grpSpPr>
                <p:sp>
                  <p:nvSpPr>
                    <p:cNvPr id="1045" name="Rechthoek 1044">
                      <a:extLst>
                        <a:ext uri="{FF2B5EF4-FFF2-40B4-BE49-F238E27FC236}">
                          <a16:creationId xmlns:a16="http://schemas.microsoft.com/office/drawing/2014/main" id="{F56A7CEA-1506-70E4-33B1-5B14ED60A3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273425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46" name="Rechthoek 1045">
                      <a:extLst>
                        <a:ext uri="{FF2B5EF4-FFF2-40B4-BE49-F238E27FC236}">
                          <a16:creationId xmlns:a16="http://schemas.microsoft.com/office/drawing/2014/main" id="{F747D290-F92C-E736-0038-4D1F151900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47" name="Rechthoek 1046">
                      <a:extLst>
                        <a:ext uri="{FF2B5EF4-FFF2-40B4-BE49-F238E27FC236}">
                          <a16:creationId xmlns:a16="http://schemas.microsoft.com/office/drawing/2014/main" id="{AB2EB6BC-1FEE-C6DA-4167-9714C76A76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48" name="Rechthoek 1047">
                      <a:extLst>
                        <a:ext uri="{FF2B5EF4-FFF2-40B4-BE49-F238E27FC236}">
                          <a16:creationId xmlns:a16="http://schemas.microsoft.com/office/drawing/2014/main" id="{4CA5A7B0-F7CD-E625-6261-5256B53338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49" name="Rechthoek 1048">
                      <a:extLst>
                        <a:ext uri="{FF2B5EF4-FFF2-40B4-BE49-F238E27FC236}">
                          <a16:creationId xmlns:a16="http://schemas.microsoft.com/office/drawing/2014/main" id="{27A34184-725F-4D1E-7DD1-80EDD87810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273425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50" name="Rechthoek 1049">
                      <a:extLst>
                        <a:ext uri="{FF2B5EF4-FFF2-40B4-BE49-F238E27FC236}">
                          <a16:creationId xmlns:a16="http://schemas.microsoft.com/office/drawing/2014/main" id="{E2D625B3-7484-3DE4-6031-869FD0862E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51" name="Rechthoek 1050">
                      <a:extLst>
                        <a:ext uri="{FF2B5EF4-FFF2-40B4-BE49-F238E27FC236}">
                          <a16:creationId xmlns:a16="http://schemas.microsoft.com/office/drawing/2014/main" id="{A8E78591-310D-B8CA-7296-6E51844434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52" name="Rechthoek 1051">
                      <a:extLst>
                        <a:ext uri="{FF2B5EF4-FFF2-40B4-BE49-F238E27FC236}">
                          <a16:creationId xmlns:a16="http://schemas.microsoft.com/office/drawing/2014/main" id="{0B0AF073-FB9D-B7C0-3169-DFDFE4EBA2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53" name="Rechthoek 1052">
                      <a:extLst>
                        <a:ext uri="{FF2B5EF4-FFF2-40B4-BE49-F238E27FC236}">
                          <a16:creationId xmlns:a16="http://schemas.microsoft.com/office/drawing/2014/main" id="{3D50A104-A15A-2DBA-9E85-2FFFACA1E9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54" name="Rechthoek 1053">
                      <a:extLst>
                        <a:ext uri="{FF2B5EF4-FFF2-40B4-BE49-F238E27FC236}">
                          <a16:creationId xmlns:a16="http://schemas.microsoft.com/office/drawing/2014/main" id="{A72406C7-66CC-9C71-70D5-22DD987E96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55" name="Rechthoek 1054">
                      <a:extLst>
                        <a:ext uri="{FF2B5EF4-FFF2-40B4-BE49-F238E27FC236}">
                          <a16:creationId xmlns:a16="http://schemas.microsoft.com/office/drawing/2014/main" id="{1C47F73B-8C2B-BE8E-0740-157118320A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56" name="Rechthoek 1055">
                      <a:extLst>
                        <a:ext uri="{FF2B5EF4-FFF2-40B4-BE49-F238E27FC236}">
                          <a16:creationId xmlns:a16="http://schemas.microsoft.com/office/drawing/2014/main" id="{716756A9-551B-0655-39C3-6245EA5D0C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57" name="Rechthoek 1056">
                      <a:extLst>
                        <a:ext uri="{FF2B5EF4-FFF2-40B4-BE49-F238E27FC236}">
                          <a16:creationId xmlns:a16="http://schemas.microsoft.com/office/drawing/2014/main" id="{D9E9E007-920A-DC77-F17C-9AD83E560B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4092792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58" name="Rechthoek 1057">
                      <a:extLst>
                        <a:ext uri="{FF2B5EF4-FFF2-40B4-BE49-F238E27FC236}">
                          <a16:creationId xmlns:a16="http://schemas.microsoft.com/office/drawing/2014/main" id="{412A236A-FAFD-4BCB-C079-EBD1DE03B9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59" name="Rechthoek 1058">
                      <a:extLst>
                        <a:ext uri="{FF2B5EF4-FFF2-40B4-BE49-F238E27FC236}">
                          <a16:creationId xmlns:a16="http://schemas.microsoft.com/office/drawing/2014/main" id="{93E3022A-636F-49B3-2231-0D29709862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60" name="Rechthoek 1059">
                      <a:extLst>
                        <a:ext uri="{FF2B5EF4-FFF2-40B4-BE49-F238E27FC236}">
                          <a16:creationId xmlns:a16="http://schemas.microsoft.com/office/drawing/2014/main" id="{0CB6E07A-F66E-51DF-1B15-2ED08D37E0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61" name="Rechthoek 1060">
                      <a:extLst>
                        <a:ext uri="{FF2B5EF4-FFF2-40B4-BE49-F238E27FC236}">
                          <a16:creationId xmlns:a16="http://schemas.microsoft.com/office/drawing/2014/main" id="{F921B89A-D51B-2350-AD80-E1EE70CC5B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62" name="Rechthoek 1061">
                      <a:extLst>
                        <a:ext uri="{FF2B5EF4-FFF2-40B4-BE49-F238E27FC236}">
                          <a16:creationId xmlns:a16="http://schemas.microsoft.com/office/drawing/2014/main" id="{81267F12-03DA-64BF-46CA-23865DCA10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63" name="Rechthoek 1062">
                      <a:extLst>
                        <a:ext uri="{FF2B5EF4-FFF2-40B4-BE49-F238E27FC236}">
                          <a16:creationId xmlns:a16="http://schemas.microsoft.com/office/drawing/2014/main" id="{BF74EF27-06A2-5AF7-C3B8-1B6474B141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4769988"/>
                      <a:ext cx="679269" cy="679269"/>
                    </a:xfrm>
                    <a:prstGeom prst="rect">
                      <a:avLst/>
                    </a:prstGeom>
                    <a:solidFill>
                      <a:srgbClr val="FF9F8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64" name="Rechthoek 1063">
                      <a:extLst>
                        <a:ext uri="{FF2B5EF4-FFF2-40B4-BE49-F238E27FC236}">
                          <a16:creationId xmlns:a16="http://schemas.microsoft.com/office/drawing/2014/main" id="{9EB1C165-5E50-35A9-0D91-4EA200C532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65" name="Rechthoek 1064">
                      <a:extLst>
                        <a:ext uri="{FF2B5EF4-FFF2-40B4-BE49-F238E27FC236}">
                          <a16:creationId xmlns:a16="http://schemas.microsoft.com/office/drawing/2014/main" id="{EE93E1B0-3F43-29F5-7D83-3A65AF1143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66" name="Rechthoek 1065">
                      <a:extLst>
                        <a:ext uri="{FF2B5EF4-FFF2-40B4-BE49-F238E27FC236}">
                          <a16:creationId xmlns:a16="http://schemas.microsoft.com/office/drawing/2014/main" id="{C8B89DB4-C693-AE92-2297-BB5BCE1EED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544718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67" name="Rechthoek 1066">
                      <a:extLst>
                        <a:ext uri="{FF2B5EF4-FFF2-40B4-BE49-F238E27FC236}">
                          <a16:creationId xmlns:a16="http://schemas.microsoft.com/office/drawing/2014/main" id="{1F33E3F6-0F6B-CD1E-E905-24E5832CEC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68" name="Rechthoek 1067">
                      <a:extLst>
                        <a:ext uri="{FF2B5EF4-FFF2-40B4-BE49-F238E27FC236}">
                          <a16:creationId xmlns:a16="http://schemas.microsoft.com/office/drawing/2014/main" id="{5613B787-7C4F-A8E4-E806-69D60412C5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069" name="Rechthoek 1068">
                      <a:extLst>
                        <a:ext uri="{FF2B5EF4-FFF2-40B4-BE49-F238E27FC236}">
                          <a16:creationId xmlns:a16="http://schemas.microsoft.com/office/drawing/2014/main" id="{601A5FD6-1F6D-DAEE-480A-107C6A5233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</p:grpSp>
              <p:sp>
                <p:nvSpPr>
                  <p:cNvPr id="1041" name="Vrije vorm: vorm 1040">
                    <a:extLst>
                      <a:ext uri="{FF2B5EF4-FFF2-40B4-BE49-F238E27FC236}">
                        <a16:creationId xmlns:a16="http://schemas.microsoft.com/office/drawing/2014/main" id="{13BFADA1-FD9A-E43F-DC30-079002169F1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9499186" y="5001447"/>
                    <a:ext cx="233090" cy="200938"/>
                  </a:xfrm>
                  <a:custGeom>
                    <a:avLst/>
                    <a:gdLst>
                      <a:gd name="connsiteX0" fmla="*/ 495300 w 990600"/>
                      <a:gd name="connsiteY0" fmla="*/ 0 h 853966"/>
                      <a:gd name="connsiteX1" fmla="*/ 990600 w 990600"/>
                      <a:gd name="connsiteY1" fmla="*/ 853966 h 853966"/>
                      <a:gd name="connsiteX2" fmla="*/ 582332 w 990600"/>
                      <a:gd name="connsiteY2" fmla="*/ 853966 h 853966"/>
                      <a:gd name="connsiteX3" fmla="*/ 495300 w 990600"/>
                      <a:gd name="connsiteY3" fmla="*/ 703912 h 853966"/>
                      <a:gd name="connsiteX4" fmla="*/ 408269 w 990600"/>
                      <a:gd name="connsiteY4" fmla="*/ 853966 h 853966"/>
                      <a:gd name="connsiteX5" fmla="*/ 0 w 990600"/>
                      <a:gd name="connsiteY5" fmla="*/ 853966 h 8539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90600" h="853966">
                        <a:moveTo>
                          <a:pt x="495300" y="0"/>
                        </a:moveTo>
                        <a:lnTo>
                          <a:pt x="990600" y="853966"/>
                        </a:lnTo>
                        <a:lnTo>
                          <a:pt x="582332" y="853966"/>
                        </a:lnTo>
                        <a:lnTo>
                          <a:pt x="495300" y="703912"/>
                        </a:lnTo>
                        <a:lnTo>
                          <a:pt x="408269" y="853966"/>
                        </a:lnTo>
                        <a:lnTo>
                          <a:pt x="0" y="853966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2" name="Vrije vorm: vorm 1041">
                    <a:extLst>
                      <a:ext uri="{FF2B5EF4-FFF2-40B4-BE49-F238E27FC236}">
                        <a16:creationId xmlns:a16="http://schemas.microsoft.com/office/drawing/2014/main" id="{9F38A23F-5E29-BD49-00D9-4AA27916C06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9540123" y="5273046"/>
                    <a:ext cx="228174" cy="196701"/>
                  </a:xfrm>
                  <a:custGeom>
                    <a:avLst/>
                    <a:gdLst>
                      <a:gd name="connsiteX0" fmla="*/ 495300 w 990600"/>
                      <a:gd name="connsiteY0" fmla="*/ 0 h 853966"/>
                      <a:gd name="connsiteX1" fmla="*/ 990600 w 990600"/>
                      <a:gd name="connsiteY1" fmla="*/ 853966 h 853966"/>
                      <a:gd name="connsiteX2" fmla="*/ 582332 w 990600"/>
                      <a:gd name="connsiteY2" fmla="*/ 853966 h 853966"/>
                      <a:gd name="connsiteX3" fmla="*/ 495300 w 990600"/>
                      <a:gd name="connsiteY3" fmla="*/ 703912 h 853966"/>
                      <a:gd name="connsiteX4" fmla="*/ 408269 w 990600"/>
                      <a:gd name="connsiteY4" fmla="*/ 853966 h 853966"/>
                      <a:gd name="connsiteX5" fmla="*/ 0 w 990600"/>
                      <a:gd name="connsiteY5" fmla="*/ 853966 h 8539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90600" h="853966">
                        <a:moveTo>
                          <a:pt x="495300" y="0"/>
                        </a:moveTo>
                        <a:lnTo>
                          <a:pt x="990600" y="853966"/>
                        </a:lnTo>
                        <a:lnTo>
                          <a:pt x="582332" y="853966"/>
                        </a:lnTo>
                        <a:lnTo>
                          <a:pt x="495300" y="703912"/>
                        </a:lnTo>
                        <a:lnTo>
                          <a:pt x="408269" y="853966"/>
                        </a:lnTo>
                        <a:lnTo>
                          <a:pt x="0" y="853966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3" name="Vrije vorm: vorm 1042">
                    <a:extLst>
                      <a:ext uri="{FF2B5EF4-FFF2-40B4-BE49-F238E27FC236}">
                        <a16:creationId xmlns:a16="http://schemas.microsoft.com/office/drawing/2014/main" id="{12B8A5B4-437E-5F69-89B7-863C67FE6D5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739764" y="4509319"/>
                    <a:ext cx="289832" cy="249855"/>
                  </a:xfrm>
                  <a:custGeom>
                    <a:avLst/>
                    <a:gdLst>
                      <a:gd name="connsiteX0" fmla="*/ 495300 w 990600"/>
                      <a:gd name="connsiteY0" fmla="*/ 0 h 853966"/>
                      <a:gd name="connsiteX1" fmla="*/ 990600 w 990600"/>
                      <a:gd name="connsiteY1" fmla="*/ 853966 h 853966"/>
                      <a:gd name="connsiteX2" fmla="*/ 582332 w 990600"/>
                      <a:gd name="connsiteY2" fmla="*/ 853966 h 853966"/>
                      <a:gd name="connsiteX3" fmla="*/ 495300 w 990600"/>
                      <a:gd name="connsiteY3" fmla="*/ 703912 h 853966"/>
                      <a:gd name="connsiteX4" fmla="*/ 408269 w 990600"/>
                      <a:gd name="connsiteY4" fmla="*/ 853966 h 853966"/>
                      <a:gd name="connsiteX5" fmla="*/ 0 w 990600"/>
                      <a:gd name="connsiteY5" fmla="*/ 853966 h 8539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90600" h="853966">
                        <a:moveTo>
                          <a:pt x="495300" y="0"/>
                        </a:moveTo>
                        <a:lnTo>
                          <a:pt x="990600" y="853966"/>
                        </a:lnTo>
                        <a:lnTo>
                          <a:pt x="582332" y="853966"/>
                        </a:lnTo>
                        <a:lnTo>
                          <a:pt x="495300" y="703912"/>
                        </a:lnTo>
                        <a:lnTo>
                          <a:pt x="408269" y="853966"/>
                        </a:lnTo>
                        <a:lnTo>
                          <a:pt x="0" y="853966"/>
                        </a:lnTo>
                        <a:close/>
                      </a:path>
                    </a:pathLst>
                  </a:cu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sp>
              <p:nvSpPr>
                <p:cNvPr id="1038" name="Vrije vorm: vorm 1037">
                  <a:extLst>
                    <a:ext uri="{FF2B5EF4-FFF2-40B4-BE49-F238E27FC236}">
                      <a16:creationId xmlns:a16="http://schemas.microsoft.com/office/drawing/2014/main" id="{18047532-6EBA-2E58-0A79-BE1930B3B087}"/>
                    </a:ext>
                  </a:extLst>
                </p:cNvPr>
                <p:cNvSpPr/>
                <p:nvPr/>
              </p:nvSpPr>
              <p:spPr>
                <a:xfrm rot="5400000">
                  <a:off x="9709896" y="5770905"/>
                  <a:ext cx="190155" cy="163926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sp>
            <p:nvSpPr>
              <p:cNvPr id="1070" name="Ondertitel 2">
                <a:extLst>
                  <a:ext uri="{FF2B5EF4-FFF2-40B4-BE49-F238E27FC236}">
                    <a16:creationId xmlns:a16="http://schemas.microsoft.com/office/drawing/2014/main" id="{E5F19305-3A85-CB5C-2983-F1C035B1FD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14120" y="3372954"/>
                <a:ext cx="603531" cy="2563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nl-NL" sz="1400" dirty="0">
                    <a:solidFill>
                      <a:srgbClr val="C00000"/>
                    </a:solidFill>
                    <a:latin typeface="Source Sans Pro" panose="020F0502020204030204" pitchFamily="34" charset="0"/>
                  </a:rPr>
                  <a:t>R = .8</a:t>
                </a:r>
              </a:p>
            </p:txBody>
          </p:sp>
          <p:sp>
            <p:nvSpPr>
              <p:cNvPr id="1071" name="Vrije vorm: vorm 1070">
                <a:extLst>
                  <a:ext uri="{FF2B5EF4-FFF2-40B4-BE49-F238E27FC236}">
                    <a16:creationId xmlns:a16="http://schemas.microsoft.com/office/drawing/2014/main" id="{5B4A56C8-B9DE-FE4C-53D7-1D43B8E7AB42}"/>
                  </a:ext>
                </a:extLst>
              </p:cNvPr>
              <p:cNvSpPr/>
              <p:nvPr/>
            </p:nvSpPr>
            <p:spPr>
              <a:xfrm rot="5400000">
                <a:off x="7876704" y="3431171"/>
                <a:ext cx="212138" cy="182876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1072" name="Ondertitel 2">
                <a:extLst>
                  <a:ext uri="{FF2B5EF4-FFF2-40B4-BE49-F238E27FC236}">
                    <a16:creationId xmlns:a16="http://schemas.microsoft.com/office/drawing/2014/main" id="{3F8581C6-CAFD-5FFA-8A57-7DFA590C82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65479" y="2824314"/>
                <a:ext cx="603531" cy="2563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nl-NL" sz="14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Source Sans Pro" panose="020F0502020204030204" pitchFamily="34" charset="0"/>
                  </a:rPr>
                  <a:t>R = .2</a:t>
                </a:r>
              </a:p>
            </p:txBody>
          </p:sp>
          <p:sp>
            <p:nvSpPr>
              <p:cNvPr id="1073" name="Ondertitel 2">
                <a:extLst>
                  <a:ext uri="{FF2B5EF4-FFF2-40B4-BE49-F238E27FC236}">
                    <a16:creationId xmlns:a16="http://schemas.microsoft.com/office/drawing/2014/main" id="{D81C937C-0668-916A-B8AF-8A5F1FF186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62760" y="1730381"/>
                <a:ext cx="603531" cy="2563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nl-NL" sz="14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Source Sans Pro" panose="020F0502020204030204" pitchFamily="34" charset="0"/>
                  </a:rPr>
                  <a:t>R = .1</a:t>
                </a:r>
              </a:p>
            </p:txBody>
          </p:sp>
          <p:sp>
            <p:nvSpPr>
              <p:cNvPr id="1074" name="Ondertitel 2">
                <a:extLst>
                  <a:ext uri="{FF2B5EF4-FFF2-40B4-BE49-F238E27FC236}">
                    <a16:creationId xmlns:a16="http://schemas.microsoft.com/office/drawing/2014/main" id="{087BBBDD-0BDD-CBC0-CFFA-1DDF8E002D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6840" y="3917883"/>
                <a:ext cx="603531" cy="2563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nl-NL" sz="14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Source Sans Pro" panose="020F0502020204030204" pitchFamily="34" charset="0"/>
                  </a:rPr>
                  <a:t>R = .1</a:t>
                </a:r>
              </a:p>
            </p:txBody>
          </p:sp>
          <p:sp>
            <p:nvSpPr>
              <p:cNvPr id="1076" name="Ondertitel 2">
                <a:extLst>
                  <a:ext uri="{FF2B5EF4-FFF2-40B4-BE49-F238E27FC236}">
                    <a16:creationId xmlns:a16="http://schemas.microsoft.com/office/drawing/2014/main" id="{D55C165C-05DD-ED72-9A57-975082CBDC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81922" y="1734090"/>
                <a:ext cx="603531" cy="2563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nl-NL" sz="14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Source Sans Pro" panose="020F0502020204030204" pitchFamily="34" charset="0"/>
                  </a:rPr>
                  <a:t>R = .1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9" name="Tekstvak 1078">
                  <a:extLst>
                    <a:ext uri="{FF2B5EF4-FFF2-40B4-BE49-F238E27FC236}">
                      <a16:creationId xmlns:a16="http://schemas.microsoft.com/office/drawing/2014/main" id="{20154070-E200-0C16-C968-39BA4CC59BC5}"/>
                    </a:ext>
                  </a:extLst>
                </p:cNvPr>
                <p:cNvSpPr txBox="1"/>
                <p:nvPr/>
              </p:nvSpPr>
              <p:spPr>
                <a:xfrm>
                  <a:off x="512762" y="6043483"/>
                  <a:ext cx="2366147" cy="8617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nl-NL" dirty="0" err="1">
                      <a:solidFill>
                        <a:schemeClr val="bg1"/>
                      </a:solidFill>
                      <a:latin typeface="Source Sans Pro" panose="020F0502020204030204" pitchFamily="34" charset="0"/>
                    </a:rPr>
                    <a:t>Proportional</a:t>
                  </a:r>
                  <a:r>
                    <a:rPr lang="nl-NL" dirty="0">
                      <a:solidFill>
                        <a:schemeClr val="bg1"/>
                      </a:solidFill>
                      <a:latin typeface="Source Sans Pro" panose="020F0502020204030204" pitchFamily="34" charset="0"/>
                    </a:rPr>
                    <a:t> risk split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l-NL" sz="1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nl-NL" sz="1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=1–</m:t>
                        </m:r>
                        <m:sSub>
                          <m:sSubPr>
                            <m:ctrlPr>
                              <a:rPr lang="nl-NL" sz="1400" i="1" dirty="0" err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1400" i="1" dirty="0" err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nl-NL" sz="1400" i="1" dirty="0" err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nl-NL" dirty="0">
                    <a:solidFill>
                      <a:schemeClr val="bg1"/>
                    </a:solidFill>
                    <a:latin typeface="Source Sans Pro" panose="020F0502020204030204" pitchFamily="34" charset="0"/>
                  </a:endParaRPr>
                </a:p>
                <a:p>
                  <a:endParaRPr lang="nl-NL" dirty="0"/>
                </a:p>
              </p:txBody>
            </p:sp>
          </mc:Choice>
          <mc:Fallback xmlns="">
            <p:sp>
              <p:nvSpPr>
                <p:cNvPr id="1079" name="Tekstvak 1078">
                  <a:extLst>
                    <a:ext uri="{FF2B5EF4-FFF2-40B4-BE49-F238E27FC236}">
                      <a16:creationId xmlns:a16="http://schemas.microsoft.com/office/drawing/2014/main" id="{20154070-E200-0C16-C968-39BA4CC59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762" y="6043483"/>
                  <a:ext cx="2366147" cy="861774"/>
                </a:xfrm>
                <a:prstGeom prst="rect">
                  <a:avLst/>
                </a:prstGeom>
                <a:blipFill>
                  <a:blip r:embed="rId5"/>
                  <a:stretch>
                    <a:fillRect l="-2062" t="-3521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64" name="Groep 1263">
            <a:extLst>
              <a:ext uri="{FF2B5EF4-FFF2-40B4-BE49-F238E27FC236}">
                <a16:creationId xmlns:a16="http://schemas.microsoft.com/office/drawing/2014/main" id="{395F4C2D-6F28-FDB5-2260-32D509527158}"/>
              </a:ext>
            </a:extLst>
          </p:cNvPr>
          <p:cNvGrpSpPr/>
          <p:nvPr/>
        </p:nvGrpSpPr>
        <p:grpSpPr>
          <a:xfrm>
            <a:off x="4577488" y="3127508"/>
            <a:ext cx="2743200" cy="3762360"/>
            <a:chOff x="4365058" y="3127508"/>
            <a:chExt cx="2743200" cy="3762360"/>
          </a:xfrm>
        </p:grpSpPr>
        <p:sp>
          <p:nvSpPr>
            <p:cNvPr id="1159" name="Tekstvak 1158">
              <a:extLst>
                <a:ext uri="{FF2B5EF4-FFF2-40B4-BE49-F238E27FC236}">
                  <a16:creationId xmlns:a16="http://schemas.microsoft.com/office/drawing/2014/main" id="{894A4F3A-3FFE-0A24-7E2D-370224025C17}"/>
                </a:ext>
              </a:extLst>
            </p:cNvPr>
            <p:cNvSpPr txBox="1"/>
            <p:nvPr/>
          </p:nvSpPr>
          <p:spPr>
            <a:xfrm>
              <a:off x="5254274" y="6058871"/>
              <a:ext cx="125242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solidFill>
                    <a:schemeClr val="bg1"/>
                  </a:solidFill>
                  <a:latin typeface="Source Sans Pro" panose="020F0502020204030204" pitchFamily="34" charset="0"/>
                </a:rPr>
                <a:t>Lidbetter</a:t>
              </a:r>
              <a:endParaRPr lang="nl-NL" dirty="0">
                <a:solidFill>
                  <a:schemeClr val="bg1"/>
                </a:solidFill>
                <a:latin typeface="Source Sans Pro" panose="020F0502020204030204" pitchFamily="34" charset="0"/>
              </a:endParaRPr>
            </a:p>
            <a:p>
              <a:r>
                <a:rPr lang="nl-NL" sz="1200" dirty="0">
                  <a:solidFill>
                    <a:schemeClr val="bg1"/>
                  </a:solidFill>
                  <a:latin typeface="Source Sans Pro" panose="020F0502020204030204" pitchFamily="34" charset="0"/>
                </a:rPr>
                <a:t>(groep)</a:t>
              </a:r>
            </a:p>
            <a:p>
              <a:endParaRPr lang="nl-NL" dirty="0"/>
            </a:p>
          </p:txBody>
        </p:sp>
        <p:grpSp>
          <p:nvGrpSpPr>
            <p:cNvPr id="1262" name="Groep 1261">
              <a:extLst>
                <a:ext uri="{FF2B5EF4-FFF2-40B4-BE49-F238E27FC236}">
                  <a16:creationId xmlns:a16="http://schemas.microsoft.com/office/drawing/2014/main" id="{94DA30A8-0914-B50E-2346-CD1815CE6376}"/>
                </a:ext>
              </a:extLst>
            </p:cNvPr>
            <p:cNvGrpSpPr/>
            <p:nvPr/>
          </p:nvGrpSpPr>
          <p:grpSpPr>
            <a:xfrm>
              <a:off x="4365058" y="3127508"/>
              <a:ext cx="2743200" cy="2771489"/>
              <a:chOff x="4128770" y="3849286"/>
              <a:chExt cx="2743200" cy="2771489"/>
            </a:xfrm>
          </p:grpSpPr>
          <p:grpSp>
            <p:nvGrpSpPr>
              <p:cNvPr id="1260" name="Groep 1259">
                <a:extLst>
                  <a:ext uri="{FF2B5EF4-FFF2-40B4-BE49-F238E27FC236}">
                    <a16:creationId xmlns:a16="http://schemas.microsoft.com/office/drawing/2014/main" id="{38C60157-864E-869C-D0BE-86193EC7833A}"/>
                  </a:ext>
                </a:extLst>
              </p:cNvPr>
              <p:cNvGrpSpPr/>
              <p:nvPr/>
            </p:nvGrpSpPr>
            <p:grpSpPr>
              <a:xfrm>
                <a:off x="4128770" y="3880923"/>
                <a:ext cx="2743200" cy="2739852"/>
                <a:chOff x="4128770" y="3880923"/>
                <a:chExt cx="2743200" cy="2739852"/>
              </a:xfrm>
            </p:grpSpPr>
            <p:grpSp>
              <p:nvGrpSpPr>
                <p:cNvPr id="1128" name="Groep 1127">
                  <a:extLst>
                    <a:ext uri="{FF2B5EF4-FFF2-40B4-BE49-F238E27FC236}">
                      <a16:creationId xmlns:a16="http://schemas.microsoft.com/office/drawing/2014/main" id="{3330C02D-427B-5C0D-0D2F-194458347566}"/>
                    </a:ext>
                  </a:extLst>
                </p:cNvPr>
                <p:cNvGrpSpPr/>
                <p:nvPr/>
              </p:nvGrpSpPr>
              <p:grpSpPr>
                <a:xfrm>
                  <a:off x="4128770" y="3880923"/>
                  <a:ext cx="2743200" cy="2739852"/>
                  <a:chOff x="7980440" y="3128102"/>
                  <a:chExt cx="3014132" cy="3010453"/>
                </a:xfrm>
              </p:grpSpPr>
              <p:grpSp>
                <p:nvGrpSpPr>
                  <p:cNvPr id="1130" name="Groep 1129">
                    <a:extLst>
                      <a:ext uri="{FF2B5EF4-FFF2-40B4-BE49-F238E27FC236}">
                        <a16:creationId xmlns:a16="http://schemas.microsoft.com/office/drawing/2014/main" id="{4C568399-A007-25B3-3AA2-4EC604A10686}"/>
                      </a:ext>
                    </a:extLst>
                  </p:cNvPr>
                  <p:cNvGrpSpPr/>
                  <p:nvPr/>
                </p:nvGrpSpPr>
                <p:grpSpPr>
                  <a:xfrm>
                    <a:off x="7980440" y="3128102"/>
                    <a:ext cx="3014132" cy="3010453"/>
                    <a:chOff x="8207125" y="2734255"/>
                    <a:chExt cx="3396345" cy="3392199"/>
                  </a:xfrm>
                </p:grpSpPr>
                <p:sp>
                  <p:nvSpPr>
                    <p:cNvPr id="1134" name="Rechthoek 1133">
                      <a:extLst>
                        <a:ext uri="{FF2B5EF4-FFF2-40B4-BE49-F238E27FC236}">
                          <a16:creationId xmlns:a16="http://schemas.microsoft.com/office/drawing/2014/main" id="{1DDA5BB0-972B-C537-F546-F665BB87A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273425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35" name="Rechthoek 1134">
                      <a:extLst>
                        <a:ext uri="{FF2B5EF4-FFF2-40B4-BE49-F238E27FC236}">
                          <a16:creationId xmlns:a16="http://schemas.microsoft.com/office/drawing/2014/main" id="{17910E76-EDC8-139F-3B72-1CF3C93340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36" name="Rechthoek 1135">
                      <a:extLst>
                        <a:ext uri="{FF2B5EF4-FFF2-40B4-BE49-F238E27FC236}">
                          <a16:creationId xmlns:a16="http://schemas.microsoft.com/office/drawing/2014/main" id="{821563C5-3E09-3F84-E22F-9A9CA2E8EF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37" name="Rechthoek 1136">
                      <a:extLst>
                        <a:ext uri="{FF2B5EF4-FFF2-40B4-BE49-F238E27FC236}">
                          <a16:creationId xmlns:a16="http://schemas.microsoft.com/office/drawing/2014/main" id="{DD0834BC-65FF-E30D-378E-FADFE03147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38" name="Rechthoek 1137">
                      <a:extLst>
                        <a:ext uri="{FF2B5EF4-FFF2-40B4-BE49-F238E27FC236}">
                          <a16:creationId xmlns:a16="http://schemas.microsoft.com/office/drawing/2014/main" id="{9FBD8089-1CE1-682E-E14C-D96BFD1B23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273425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39" name="Rechthoek 1138">
                      <a:extLst>
                        <a:ext uri="{FF2B5EF4-FFF2-40B4-BE49-F238E27FC236}">
                          <a16:creationId xmlns:a16="http://schemas.microsoft.com/office/drawing/2014/main" id="{649F239D-01BA-6952-D908-32B2E6E44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40" name="Rechthoek 1139">
                      <a:extLst>
                        <a:ext uri="{FF2B5EF4-FFF2-40B4-BE49-F238E27FC236}">
                          <a16:creationId xmlns:a16="http://schemas.microsoft.com/office/drawing/2014/main" id="{40B8FC0C-8ED1-FB4E-569D-FB7C14A3B1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41" name="Rechthoek 1140">
                      <a:extLst>
                        <a:ext uri="{FF2B5EF4-FFF2-40B4-BE49-F238E27FC236}">
                          <a16:creationId xmlns:a16="http://schemas.microsoft.com/office/drawing/2014/main" id="{4E605B76-D845-1E65-BF3C-38A0FEA28A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42" name="Rechthoek 1141">
                      <a:extLst>
                        <a:ext uri="{FF2B5EF4-FFF2-40B4-BE49-F238E27FC236}">
                          <a16:creationId xmlns:a16="http://schemas.microsoft.com/office/drawing/2014/main" id="{F98D62B7-E77A-19B0-E89D-D1F9C33277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43" name="Rechthoek 1142">
                      <a:extLst>
                        <a:ext uri="{FF2B5EF4-FFF2-40B4-BE49-F238E27FC236}">
                          <a16:creationId xmlns:a16="http://schemas.microsoft.com/office/drawing/2014/main" id="{5F1D5B90-D2EF-E33E-B7E2-81E372D9E9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44" name="Rechthoek 1143">
                      <a:extLst>
                        <a:ext uri="{FF2B5EF4-FFF2-40B4-BE49-F238E27FC236}">
                          <a16:creationId xmlns:a16="http://schemas.microsoft.com/office/drawing/2014/main" id="{8F73FB73-C8AF-350A-BA22-DCCEEAFA77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45" name="Rechthoek 1144">
                      <a:extLst>
                        <a:ext uri="{FF2B5EF4-FFF2-40B4-BE49-F238E27FC236}">
                          <a16:creationId xmlns:a16="http://schemas.microsoft.com/office/drawing/2014/main" id="{5805E3BA-3E58-9836-92AD-903CCC0ED0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4092791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46" name="Rechthoek 1145">
                      <a:extLst>
                        <a:ext uri="{FF2B5EF4-FFF2-40B4-BE49-F238E27FC236}">
                          <a16:creationId xmlns:a16="http://schemas.microsoft.com/office/drawing/2014/main" id="{612ECD7A-3555-19FD-6B0C-815B09E3F0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4092792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47" name="Rechthoek 1146">
                      <a:extLst>
                        <a:ext uri="{FF2B5EF4-FFF2-40B4-BE49-F238E27FC236}">
                          <a16:creationId xmlns:a16="http://schemas.microsoft.com/office/drawing/2014/main" id="{E65D131E-7DF7-2C19-2942-9F4D11CB5B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48" name="Rechthoek 1147">
                      <a:extLst>
                        <a:ext uri="{FF2B5EF4-FFF2-40B4-BE49-F238E27FC236}">
                          <a16:creationId xmlns:a16="http://schemas.microsoft.com/office/drawing/2014/main" id="{BED5483B-BB24-1A88-F7BE-88866E3EEA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49" name="Rechthoek 1148">
                      <a:extLst>
                        <a:ext uri="{FF2B5EF4-FFF2-40B4-BE49-F238E27FC236}">
                          <a16:creationId xmlns:a16="http://schemas.microsoft.com/office/drawing/2014/main" id="{CBA3D848-5540-D850-098F-F0E6CD3FF0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50" name="Rechthoek 1149">
                      <a:extLst>
                        <a:ext uri="{FF2B5EF4-FFF2-40B4-BE49-F238E27FC236}">
                          <a16:creationId xmlns:a16="http://schemas.microsoft.com/office/drawing/2014/main" id="{1DACC0B4-D2F2-FC96-AD65-07A7041120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51" name="Rechthoek 1150">
                      <a:extLst>
                        <a:ext uri="{FF2B5EF4-FFF2-40B4-BE49-F238E27FC236}">
                          <a16:creationId xmlns:a16="http://schemas.microsoft.com/office/drawing/2014/main" id="{84E2E605-D693-6749-FB82-FD58E7F642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52" name="Rechthoek 1151">
                      <a:extLst>
                        <a:ext uri="{FF2B5EF4-FFF2-40B4-BE49-F238E27FC236}">
                          <a16:creationId xmlns:a16="http://schemas.microsoft.com/office/drawing/2014/main" id="{D0B2F9AC-8D16-B877-9C62-16D9F19B95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4769988"/>
                      <a:ext cx="679269" cy="679269"/>
                    </a:xfrm>
                    <a:prstGeom prst="rect">
                      <a:avLst/>
                    </a:prstGeom>
                    <a:solidFill>
                      <a:srgbClr val="FF9F8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53" name="Rechthoek 1152">
                      <a:extLst>
                        <a:ext uri="{FF2B5EF4-FFF2-40B4-BE49-F238E27FC236}">
                          <a16:creationId xmlns:a16="http://schemas.microsoft.com/office/drawing/2014/main" id="{9B1855C6-7CAE-CFEC-912F-689D0B5887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54" name="Rechthoek 1153">
                      <a:extLst>
                        <a:ext uri="{FF2B5EF4-FFF2-40B4-BE49-F238E27FC236}">
                          <a16:creationId xmlns:a16="http://schemas.microsoft.com/office/drawing/2014/main" id="{5B3739FF-2E1F-2CBC-100B-5F330DFFA2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55" name="Rechthoek 1154">
                      <a:extLst>
                        <a:ext uri="{FF2B5EF4-FFF2-40B4-BE49-F238E27FC236}">
                          <a16:creationId xmlns:a16="http://schemas.microsoft.com/office/drawing/2014/main" id="{6B7A8B08-B47F-B42A-14D7-69DA93E379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544718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56" name="Rechthoek 1155">
                      <a:extLst>
                        <a:ext uri="{FF2B5EF4-FFF2-40B4-BE49-F238E27FC236}">
                          <a16:creationId xmlns:a16="http://schemas.microsoft.com/office/drawing/2014/main" id="{FE84023F-6C0A-B829-98C7-A13B806B51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57" name="Rechthoek 1156">
                      <a:extLst>
                        <a:ext uri="{FF2B5EF4-FFF2-40B4-BE49-F238E27FC236}">
                          <a16:creationId xmlns:a16="http://schemas.microsoft.com/office/drawing/2014/main" id="{2E8B7C4E-3FDE-3FE7-C97F-FC216136A9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158" name="Rechthoek 1157">
                      <a:extLst>
                        <a:ext uri="{FF2B5EF4-FFF2-40B4-BE49-F238E27FC236}">
                          <a16:creationId xmlns:a16="http://schemas.microsoft.com/office/drawing/2014/main" id="{99037692-6F5B-CFD9-A4B8-54B3ECED7A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</p:grpSp>
              <p:sp>
                <p:nvSpPr>
                  <p:cNvPr id="1133" name="Vrije vorm: vorm 1132">
                    <a:extLst>
                      <a:ext uri="{FF2B5EF4-FFF2-40B4-BE49-F238E27FC236}">
                        <a16:creationId xmlns:a16="http://schemas.microsoft.com/office/drawing/2014/main" id="{ADCF64F0-7A49-FE19-DDD6-2F5C5FCC850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943603" y="3231950"/>
                    <a:ext cx="201209" cy="173455"/>
                  </a:xfrm>
                  <a:custGeom>
                    <a:avLst/>
                    <a:gdLst>
                      <a:gd name="connsiteX0" fmla="*/ 495300 w 990600"/>
                      <a:gd name="connsiteY0" fmla="*/ 0 h 853966"/>
                      <a:gd name="connsiteX1" fmla="*/ 990600 w 990600"/>
                      <a:gd name="connsiteY1" fmla="*/ 853966 h 853966"/>
                      <a:gd name="connsiteX2" fmla="*/ 582332 w 990600"/>
                      <a:gd name="connsiteY2" fmla="*/ 853966 h 853966"/>
                      <a:gd name="connsiteX3" fmla="*/ 495300 w 990600"/>
                      <a:gd name="connsiteY3" fmla="*/ 703912 h 853966"/>
                      <a:gd name="connsiteX4" fmla="*/ 408269 w 990600"/>
                      <a:gd name="connsiteY4" fmla="*/ 853966 h 853966"/>
                      <a:gd name="connsiteX5" fmla="*/ 0 w 990600"/>
                      <a:gd name="connsiteY5" fmla="*/ 853966 h 8539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90600" h="853966">
                        <a:moveTo>
                          <a:pt x="495300" y="0"/>
                        </a:moveTo>
                        <a:lnTo>
                          <a:pt x="990600" y="853966"/>
                        </a:lnTo>
                        <a:lnTo>
                          <a:pt x="582332" y="853966"/>
                        </a:lnTo>
                        <a:lnTo>
                          <a:pt x="495300" y="703912"/>
                        </a:lnTo>
                        <a:lnTo>
                          <a:pt x="408269" y="853966"/>
                        </a:lnTo>
                        <a:lnTo>
                          <a:pt x="0" y="853966"/>
                        </a:lnTo>
                        <a:close/>
                      </a:path>
                    </a:pathLst>
                  </a:custGeom>
                  <a:solidFill>
                    <a:srgbClr val="ADADAD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sp>
              <p:nvSpPr>
                <p:cNvPr id="1161" name="Vrije vorm: vorm 1160">
                  <a:extLst>
                    <a:ext uri="{FF2B5EF4-FFF2-40B4-BE49-F238E27FC236}">
                      <a16:creationId xmlns:a16="http://schemas.microsoft.com/office/drawing/2014/main" id="{680B18F2-F27C-15EA-0040-5CC8C457DD40}"/>
                    </a:ext>
                  </a:extLst>
                </p:cNvPr>
                <p:cNvSpPr/>
                <p:nvPr/>
              </p:nvSpPr>
              <p:spPr>
                <a:xfrm rot="5400000">
                  <a:off x="4783577" y="3978518"/>
                  <a:ext cx="183123" cy="157864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solidFill>
                  <a:srgbClr val="ADADA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62" name="Vrije vorm: vorm 1161">
                  <a:extLst>
                    <a:ext uri="{FF2B5EF4-FFF2-40B4-BE49-F238E27FC236}">
                      <a16:creationId xmlns:a16="http://schemas.microsoft.com/office/drawing/2014/main" id="{97C7CCE9-464A-3A84-2BDE-6CCA1D11A428}"/>
                    </a:ext>
                  </a:extLst>
                </p:cNvPr>
                <p:cNvSpPr/>
                <p:nvPr/>
              </p:nvSpPr>
              <p:spPr>
                <a:xfrm rot="5400000">
                  <a:off x="4743462" y="4209632"/>
                  <a:ext cx="183123" cy="157864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solidFill>
                  <a:srgbClr val="ADADA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63" name="Vrije vorm: vorm 1162">
                  <a:extLst>
                    <a:ext uri="{FF2B5EF4-FFF2-40B4-BE49-F238E27FC236}">
                      <a16:creationId xmlns:a16="http://schemas.microsoft.com/office/drawing/2014/main" id="{D4D6F470-C800-5BA5-ACD6-3E711E2FBDFF}"/>
                    </a:ext>
                  </a:extLst>
                </p:cNvPr>
                <p:cNvSpPr/>
                <p:nvPr/>
              </p:nvSpPr>
              <p:spPr>
                <a:xfrm rot="5400000">
                  <a:off x="5005358" y="4216120"/>
                  <a:ext cx="183123" cy="157864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solidFill>
                  <a:srgbClr val="ADADA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sp>
            <p:nvSpPr>
              <p:cNvPr id="1164" name="Ovaal 1163">
                <a:extLst>
                  <a:ext uri="{FF2B5EF4-FFF2-40B4-BE49-F238E27FC236}">
                    <a16:creationId xmlns:a16="http://schemas.microsoft.com/office/drawing/2014/main" id="{080F0D6B-3E9D-AD88-D5EB-165FAC9E0E94}"/>
                  </a:ext>
                </a:extLst>
              </p:cNvPr>
              <p:cNvSpPr/>
              <p:nvPr/>
            </p:nvSpPr>
            <p:spPr>
              <a:xfrm>
                <a:off x="4639310" y="3849286"/>
                <a:ext cx="624840" cy="624840"/>
              </a:xfrm>
              <a:prstGeom prst="ellipse">
                <a:avLst/>
              </a:prstGeom>
              <a:noFill/>
              <a:ln w="28575">
                <a:solidFill>
                  <a:srgbClr val="E9713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1201" name="Ovaal 1200">
                <a:extLst>
                  <a:ext uri="{FF2B5EF4-FFF2-40B4-BE49-F238E27FC236}">
                    <a16:creationId xmlns:a16="http://schemas.microsoft.com/office/drawing/2014/main" id="{34A35136-8477-A2F5-BDDB-B73BA9CEBB43}"/>
                  </a:ext>
                </a:extLst>
              </p:cNvPr>
              <p:cNvSpPr/>
              <p:nvPr/>
            </p:nvSpPr>
            <p:spPr>
              <a:xfrm rot="2321871">
                <a:off x="6457458" y="4026883"/>
                <a:ext cx="273783" cy="273782"/>
              </a:xfrm>
              <a:prstGeom prst="ellipse">
                <a:avLst/>
              </a:prstGeom>
              <a:noFill/>
              <a:ln w="28575">
                <a:solidFill>
                  <a:schemeClr val="accent4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cxnSp>
            <p:nvCxnSpPr>
              <p:cNvPr id="1202" name="Rechte verbindingslijn 1201">
                <a:extLst>
                  <a:ext uri="{FF2B5EF4-FFF2-40B4-BE49-F238E27FC236}">
                    <a16:creationId xmlns:a16="http://schemas.microsoft.com/office/drawing/2014/main" id="{E7E5FF50-500B-DD9D-AED9-3B16A8219F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94349" y="3968978"/>
                <a:ext cx="0" cy="389592"/>
              </a:xfrm>
              <a:prstGeom prst="line">
                <a:avLst/>
              </a:prstGeom>
              <a:noFill/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203" name="Rechte verbindingslijn 1202">
                <a:extLst>
                  <a:ext uri="{FF2B5EF4-FFF2-40B4-BE49-F238E27FC236}">
                    <a16:creationId xmlns:a16="http://schemas.microsoft.com/office/drawing/2014/main" id="{97169692-F924-55CD-C005-8D64CD4B1D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9553" y="4163774"/>
                <a:ext cx="389592" cy="0"/>
              </a:xfrm>
              <a:prstGeom prst="line">
                <a:avLst/>
              </a:prstGeom>
              <a:noFill/>
              <a:ln w="2857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66" name="Groep 1265">
            <a:extLst>
              <a:ext uri="{FF2B5EF4-FFF2-40B4-BE49-F238E27FC236}">
                <a16:creationId xmlns:a16="http://schemas.microsoft.com/office/drawing/2014/main" id="{B59665FE-15CA-F818-90B8-24002E9E0DD2}"/>
              </a:ext>
            </a:extLst>
          </p:cNvPr>
          <p:cNvGrpSpPr/>
          <p:nvPr/>
        </p:nvGrpSpPr>
        <p:grpSpPr>
          <a:xfrm>
            <a:off x="7817427" y="2575102"/>
            <a:ext cx="3787655" cy="4215310"/>
            <a:chOff x="7360429" y="2535908"/>
            <a:chExt cx="3787655" cy="4215310"/>
          </a:xfrm>
        </p:grpSpPr>
        <p:sp>
          <p:nvSpPr>
            <p:cNvPr id="1195" name="Tekstvak 1194">
              <a:extLst>
                <a:ext uri="{FF2B5EF4-FFF2-40B4-BE49-F238E27FC236}">
                  <a16:creationId xmlns:a16="http://schemas.microsoft.com/office/drawing/2014/main" id="{5F1B349D-548D-EFD2-B722-4A2A4A30BC29}"/>
                </a:ext>
              </a:extLst>
            </p:cNvPr>
            <p:cNvSpPr txBox="1"/>
            <p:nvPr/>
          </p:nvSpPr>
          <p:spPr>
            <a:xfrm>
              <a:off x="8781937" y="5935610"/>
              <a:ext cx="2366147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solidFill>
                    <a:schemeClr val="bg1"/>
                  </a:solidFill>
                  <a:latin typeface="Source Sans Pro" panose="020F0502020204030204" pitchFamily="34" charset="0"/>
                </a:rPr>
                <a:t>‘Weighted </a:t>
              </a:r>
              <a:r>
                <a:rPr lang="nl-NL" dirty="0" err="1">
                  <a:solidFill>
                    <a:schemeClr val="bg1"/>
                  </a:solidFill>
                  <a:latin typeface="Source Sans Pro" panose="020F0502020204030204" pitchFamily="34" charset="0"/>
                </a:rPr>
                <a:t>qa</a:t>
              </a:r>
              <a:r>
                <a:rPr lang="nl-NL" dirty="0">
                  <a:solidFill>
                    <a:schemeClr val="bg1"/>
                  </a:solidFill>
                  <a:latin typeface="Source Sans Pro" panose="020F0502020204030204" pitchFamily="34" charset="0"/>
                </a:rPr>
                <a:t> subset sampling’</a:t>
              </a:r>
            </a:p>
            <a:p>
              <a:r>
                <a:rPr lang="nl-NL" sz="1100" dirty="0">
                  <a:solidFill>
                    <a:schemeClr val="bg1"/>
                  </a:solidFill>
                  <a:latin typeface="Source Sans Pro" panose="020F0502020204030204" pitchFamily="34" charset="0"/>
                </a:rPr>
                <a:t>(</a:t>
              </a:r>
              <a:r>
                <a:rPr lang="nl-NL" sz="1100" dirty="0" err="1">
                  <a:solidFill>
                    <a:schemeClr val="bg1"/>
                  </a:solidFill>
                  <a:latin typeface="Source Sans Pro" panose="020F0502020204030204" pitchFamily="34" charset="0"/>
                </a:rPr>
                <a:t>Lidbetter</a:t>
              </a:r>
              <a:r>
                <a:rPr lang="nl-NL" sz="1100" dirty="0">
                  <a:solidFill>
                    <a:schemeClr val="bg1"/>
                  </a:solidFill>
                  <a:latin typeface="Source Sans Pro" panose="020F0502020204030204" pitchFamily="34" charset="0"/>
                </a:rPr>
                <a:t> individueel)</a:t>
              </a:r>
              <a:endParaRPr lang="nl-NL" dirty="0"/>
            </a:p>
          </p:txBody>
        </p:sp>
        <p:grpSp>
          <p:nvGrpSpPr>
            <p:cNvPr id="1263" name="Groep 1262">
              <a:extLst>
                <a:ext uri="{FF2B5EF4-FFF2-40B4-BE49-F238E27FC236}">
                  <a16:creationId xmlns:a16="http://schemas.microsoft.com/office/drawing/2014/main" id="{9A9D1452-1A10-4ACC-CE15-C8E759613610}"/>
                </a:ext>
              </a:extLst>
            </p:cNvPr>
            <p:cNvGrpSpPr/>
            <p:nvPr/>
          </p:nvGrpSpPr>
          <p:grpSpPr>
            <a:xfrm>
              <a:off x="7360429" y="2535908"/>
              <a:ext cx="3736032" cy="3316496"/>
              <a:chOff x="6961751" y="3315072"/>
              <a:chExt cx="3736032" cy="3316496"/>
            </a:xfrm>
          </p:grpSpPr>
          <p:grpSp>
            <p:nvGrpSpPr>
              <p:cNvPr id="1168" name="Groep 1167">
                <a:extLst>
                  <a:ext uri="{FF2B5EF4-FFF2-40B4-BE49-F238E27FC236}">
                    <a16:creationId xmlns:a16="http://schemas.microsoft.com/office/drawing/2014/main" id="{32242015-3F76-1EA1-25CC-097BB88998BB}"/>
                  </a:ext>
                </a:extLst>
              </p:cNvPr>
              <p:cNvGrpSpPr/>
              <p:nvPr/>
            </p:nvGrpSpPr>
            <p:grpSpPr>
              <a:xfrm>
                <a:off x="7954583" y="3891716"/>
                <a:ext cx="2743200" cy="2739852"/>
                <a:chOff x="8207125" y="2734255"/>
                <a:chExt cx="3396345" cy="3392199"/>
              </a:xfrm>
            </p:grpSpPr>
            <p:sp>
              <p:nvSpPr>
                <p:cNvPr id="1170" name="Rechthoek 1169">
                  <a:extLst>
                    <a:ext uri="{FF2B5EF4-FFF2-40B4-BE49-F238E27FC236}">
                      <a16:creationId xmlns:a16="http://schemas.microsoft.com/office/drawing/2014/main" id="{A3797D91-95CC-C089-7DA0-93F1B7D12778}"/>
                    </a:ext>
                  </a:extLst>
                </p:cNvPr>
                <p:cNvSpPr/>
                <p:nvPr/>
              </p:nvSpPr>
              <p:spPr>
                <a:xfrm>
                  <a:off x="8207125" y="2734255"/>
                  <a:ext cx="679269" cy="679269"/>
                </a:xfrm>
                <a:prstGeom prst="rect">
                  <a:avLst/>
                </a:prstGeom>
                <a:solidFill>
                  <a:srgbClr val="FFB39B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71" name="Rechthoek 1170">
                  <a:extLst>
                    <a:ext uri="{FF2B5EF4-FFF2-40B4-BE49-F238E27FC236}">
                      <a16:creationId xmlns:a16="http://schemas.microsoft.com/office/drawing/2014/main" id="{D72C1E7D-F649-AE59-2594-55939E49B3E2}"/>
                    </a:ext>
                  </a:extLst>
                </p:cNvPr>
                <p:cNvSpPr/>
                <p:nvPr/>
              </p:nvSpPr>
              <p:spPr>
                <a:xfrm>
                  <a:off x="8886394" y="273425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72" name="Rechthoek 1171">
                  <a:extLst>
                    <a:ext uri="{FF2B5EF4-FFF2-40B4-BE49-F238E27FC236}">
                      <a16:creationId xmlns:a16="http://schemas.microsoft.com/office/drawing/2014/main" id="{E6E94F2F-7B28-AA28-2561-50B694EC4C06}"/>
                    </a:ext>
                  </a:extLst>
                </p:cNvPr>
                <p:cNvSpPr/>
                <p:nvPr/>
              </p:nvSpPr>
              <p:spPr>
                <a:xfrm>
                  <a:off x="9565663" y="273425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73" name="Rechthoek 1172">
                  <a:extLst>
                    <a:ext uri="{FF2B5EF4-FFF2-40B4-BE49-F238E27FC236}">
                      <a16:creationId xmlns:a16="http://schemas.microsoft.com/office/drawing/2014/main" id="{E1FC1792-D037-B04B-C2EE-44D1D3E31559}"/>
                    </a:ext>
                  </a:extLst>
                </p:cNvPr>
                <p:cNvSpPr/>
                <p:nvPr/>
              </p:nvSpPr>
              <p:spPr>
                <a:xfrm>
                  <a:off x="10244932" y="273425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74" name="Rechthoek 1173">
                  <a:extLst>
                    <a:ext uri="{FF2B5EF4-FFF2-40B4-BE49-F238E27FC236}">
                      <a16:creationId xmlns:a16="http://schemas.microsoft.com/office/drawing/2014/main" id="{BF0E382F-1220-520C-FD7D-E11AA4B4A357}"/>
                    </a:ext>
                  </a:extLst>
                </p:cNvPr>
                <p:cNvSpPr/>
                <p:nvPr/>
              </p:nvSpPr>
              <p:spPr>
                <a:xfrm>
                  <a:off x="10924201" y="2734255"/>
                  <a:ext cx="679269" cy="679269"/>
                </a:xfrm>
                <a:prstGeom prst="rect">
                  <a:avLst/>
                </a:prstGeom>
                <a:solidFill>
                  <a:srgbClr val="FFB39B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75" name="Rechthoek 1174">
                  <a:extLst>
                    <a:ext uri="{FF2B5EF4-FFF2-40B4-BE49-F238E27FC236}">
                      <a16:creationId xmlns:a16="http://schemas.microsoft.com/office/drawing/2014/main" id="{7FE5C762-3D92-13EE-095D-3BB9222EF92E}"/>
                    </a:ext>
                  </a:extLst>
                </p:cNvPr>
                <p:cNvSpPr/>
                <p:nvPr/>
              </p:nvSpPr>
              <p:spPr>
                <a:xfrm>
                  <a:off x="8207125" y="3413523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76" name="Rechthoek 1175">
                  <a:extLst>
                    <a:ext uri="{FF2B5EF4-FFF2-40B4-BE49-F238E27FC236}">
                      <a16:creationId xmlns:a16="http://schemas.microsoft.com/office/drawing/2014/main" id="{3A2F6F43-304C-5668-0F12-A67C6E06F4FE}"/>
                    </a:ext>
                  </a:extLst>
                </p:cNvPr>
                <p:cNvSpPr/>
                <p:nvPr/>
              </p:nvSpPr>
              <p:spPr>
                <a:xfrm>
                  <a:off x="8886394" y="3413523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77" name="Rechthoek 1176">
                  <a:extLst>
                    <a:ext uri="{FF2B5EF4-FFF2-40B4-BE49-F238E27FC236}">
                      <a16:creationId xmlns:a16="http://schemas.microsoft.com/office/drawing/2014/main" id="{BC7DB2E0-80F2-DD35-04EC-4B0244A14F20}"/>
                    </a:ext>
                  </a:extLst>
                </p:cNvPr>
                <p:cNvSpPr/>
                <p:nvPr/>
              </p:nvSpPr>
              <p:spPr>
                <a:xfrm>
                  <a:off x="9565663" y="3413523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78" name="Rechthoek 1177">
                  <a:extLst>
                    <a:ext uri="{FF2B5EF4-FFF2-40B4-BE49-F238E27FC236}">
                      <a16:creationId xmlns:a16="http://schemas.microsoft.com/office/drawing/2014/main" id="{65B0690C-BF4A-DBC4-9417-71701A1BB2AB}"/>
                    </a:ext>
                  </a:extLst>
                </p:cNvPr>
                <p:cNvSpPr/>
                <p:nvPr/>
              </p:nvSpPr>
              <p:spPr>
                <a:xfrm>
                  <a:off x="10244932" y="3413523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79" name="Rechthoek 1178">
                  <a:extLst>
                    <a:ext uri="{FF2B5EF4-FFF2-40B4-BE49-F238E27FC236}">
                      <a16:creationId xmlns:a16="http://schemas.microsoft.com/office/drawing/2014/main" id="{C62C837A-9B2D-AC6E-4049-C3C5485FD9D5}"/>
                    </a:ext>
                  </a:extLst>
                </p:cNvPr>
                <p:cNvSpPr/>
                <p:nvPr/>
              </p:nvSpPr>
              <p:spPr>
                <a:xfrm>
                  <a:off x="10924201" y="3413523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80" name="Rechthoek 1179">
                  <a:extLst>
                    <a:ext uri="{FF2B5EF4-FFF2-40B4-BE49-F238E27FC236}">
                      <a16:creationId xmlns:a16="http://schemas.microsoft.com/office/drawing/2014/main" id="{1E67720A-0B46-6A46-3799-12F842F0441D}"/>
                    </a:ext>
                  </a:extLst>
                </p:cNvPr>
                <p:cNvSpPr/>
                <p:nvPr/>
              </p:nvSpPr>
              <p:spPr>
                <a:xfrm>
                  <a:off x="8207125" y="4092792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81" name="Rechthoek 1180">
                  <a:extLst>
                    <a:ext uri="{FF2B5EF4-FFF2-40B4-BE49-F238E27FC236}">
                      <a16:creationId xmlns:a16="http://schemas.microsoft.com/office/drawing/2014/main" id="{2AB1B43A-17DC-EE47-CE4A-A52328596632}"/>
                    </a:ext>
                  </a:extLst>
                </p:cNvPr>
                <p:cNvSpPr/>
                <p:nvPr/>
              </p:nvSpPr>
              <p:spPr>
                <a:xfrm>
                  <a:off x="8886394" y="4092791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82" name="Rechthoek 1181">
                  <a:extLst>
                    <a:ext uri="{FF2B5EF4-FFF2-40B4-BE49-F238E27FC236}">
                      <a16:creationId xmlns:a16="http://schemas.microsoft.com/office/drawing/2014/main" id="{02FC7494-A7D1-CE6E-598B-45B344B936DC}"/>
                    </a:ext>
                  </a:extLst>
                </p:cNvPr>
                <p:cNvSpPr/>
                <p:nvPr/>
              </p:nvSpPr>
              <p:spPr>
                <a:xfrm>
                  <a:off x="9565663" y="4092792"/>
                  <a:ext cx="679269" cy="679269"/>
                </a:xfrm>
                <a:prstGeom prst="rect">
                  <a:avLst/>
                </a:prstGeom>
                <a:solidFill>
                  <a:srgbClr val="FFB39B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83" name="Rechthoek 1182">
                  <a:extLst>
                    <a:ext uri="{FF2B5EF4-FFF2-40B4-BE49-F238E27FC236}">
                      <a16:creationId xmlns:a16="http://schemas.microsoft.com/office/drawing/2014/main" id="{1581F4AD-93D6-38CD-E767-82AECA082D74}"/>
                    </a:ext>
                  </a:extLst>
                </p:cNvPr>
                <p:cNvSpPr/>
                <p:nvPr/>
              </p:nvSpPr>
              <p:spPr>
                <a:xfrm>
                  <a:off x="10244932" y="4092792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84" name="Rechthoek 1183">
                  <a:extLst>
                    <a:ext uri="{FF2B5EF4-FFF2-40B4-BE49-F238E27FC236}">
                      <a16:creationId xmlns:a16="http://schemas.microsoft.com/office/drawing/2014/main" id="{16601199-F277-5F01-C65A-9266CF0039C2}"/>
                    </a:ext>
                  </a:extLst>
                </p:cNvPr>
                <p:cNvSpPr/>
                <p:nvPr/>
              </p:nvSpPr>
              <p:spPr>
                <a:xfrm>
                  <a:off x="10924201" y="4092792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85" name="Rechthoek 1184">
                  <a:extLst>
                    <a:ext uri="{FF2B5EF4-FFF2-40B4-BE49-F238E27FC236}">
                      <a16:creationId xmlns:a16="http://schemas.microsoft.com/office/drawing/2014/main" id="{44798B79-7604-79EB-26C6-912223FD0309}"/>
                    </a:ext>
                  </a:extLst>
                </p:cNvPr>
                <p:cNvSpPr/>
                <p:nvPr/>
              </p:nvSpPr>
              <p:spPr>
                <a:xfrm>
                  <a:off x="8207125" y="4769988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86" name="Rechthoek 1185">
                  <a:extLst>
                    <a:ext uri="{FF2B5EF4-FFF2-40B4-BE49-F238E27FC236}">
                      <a16:creationId xmlns:a16="http://schemas.microsoft.com/office/drawing/2014/main" id="{1BBED64D-FA0E-49E8-B8D7-9BDCAEF28EFC}"/>
                    </a:ext>
                  </a:extLst>
                </p:cNvPr>
                <p:cNvSpPr/>
                <p:nvPr/>
              </p:nvSpPr>
              <p:spPr>
                <a:xfrm>
                  <a:off x="8886394" y="4769988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87" name="Rechthoek 1186">
                  <a:extLst>
                    <a:ext uri="{FF2B5EF4-FFF2-40B4-BE49-F238E27FC236}">
                      <a16:creationId xmlns:a16="http://schemas.microsoft.com/office/drawing/2014/main" id="{393211AF-6449-93ED-036F-E091A7AE8ED0}"/>
                    </a:ext>
                  </a:extLst>
                </p:cNvPr>
                <p:cNvSpPr/>
                <p:nvPr/>
              </p:nvSpPr>
              <p:spPr>
                <a:xfrm>
                  <a:off x="9565663" y="4769988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88" name="Rechthoek 1187">
                  <a:extLst>
                    <a:ext uri="{FF2B5EF4-FFF2-40B4-BE49-F238E27FC236}">
                      <a16:creationId xmlns:a16="http://schemas.microsoft.com/office/drawing/2014/main" id="{894D9449-F48B-E8D6-8209-42AF0C87918B}"/>
                    </a:ext>
                  </a:extLst>
                </p:cNvPr>
                <p:cNvSpPr/>
                <p:nvPr/>
              </p:nvSpPr>
              <p:spPr>
                <a:xfrm>
                  <a:off x="10244932" y="4769988"/>
                  <a:ext cx="679269" cy="679269"/>
                </a:xfrm>
                <a:prstGeom prst="rect">
                  <a:avLst/>
                </a:prstGeom>
                <a:solidFill>
                  <a:srgbClr val="FF9F8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89" name="Rechthoek 1188">
                  <a:extLst>
                    <a:ext uri="{FF2B5EF4-FFF2-40B4-BE49-F238E27FC236}">
                      <a16:creationId xmlns:a16="http://schemas.microsoft.com/office/drawing/2014/main" id="{AFD9DF7B-63A8-CBED-D289-D18ABCAEFC7D}"/>
                    </a:ext>
                  </a:extLst>
                </p:cNvPr>
                <p:cNvSpPr/>
                <p:nvPr/>
              </p:nvSpPr>
              <p:spPr>
                <a:xfrm>
                  <a:off x="10924201" y="4769988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90" name="Rechthoek 1189">
                  <a:extLst>
                    <a:ext uri="{FF2B5EF4-FFF2-40B4-BE49-F238E27FC236}">
                      <a16:creationId xmlns:a16="http://schemas.microsoft.com/office/drawing/2014/main" id="{3436163C-6041-D4E9-A4FD-DB99A6C4E87B}"/>
                    </a:ext>
                  </a:extLst>
                </p:cNvPr>
                <p:cNvSpPr/>
                <p:nvPr/>
              </p:nvSpPr>
              <p:spPr>
                <a:xfrm>
                  <a:off x="8207125" y="544718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91" name="Rechthoek 1190">
                  <a:extLst>
                    <a:ext uri="{FF2B5EF4-FFF2-40B4-BE49-F238E27FC236}">
                      <a16:creationId xmlns:a16="http://schemas.microsoft.com/office/drawing/2014/main" id="{E6512BA8-A64C-5A55-3536-E55A8D6A3E35}"/>
                    </a:ext>
                  </a:extLst>
                </p:cNvPr>
                <p:cNvSpPr/>
                <p:nvPr/>
              </p:nvSpPr>
              <p:spPr>
                <a:xfrm>
                  <a:off x="8886394" y="5447185"/>
                  <a:ext cx="679269" cy="679269"/>
                </a:xfrm>
                <a:prstGeom prst="rect">
                  <a:avLst/>
                </a:prstGeom>
                <a:solidFill>
                  <a:srgbClr val="FFB39B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92" name="Rechthoek 1191">
                  <a:extLst>
                    <a:ext uri="{FF2B5EF4-FFF2-40B4-BE49-F238E27FC236}">
                      <a16:creationId xmlns:a16="http://schemas.microsoft.com/office/drawing/2014/main" id="{42194781-356B-5482-D814-DC127CD7F130}"/>
                    </a:ext>
                  </a:extLst>
                </p:cNvPr>
                <p:cNvSpPr/>
                <p:nvPr/>
              </p:nvSpPr>
              <p:spPr>
                <a:xfrm>
                  <a:off x="9565663" y="544718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93" name="Rechthoek 1192">
                  <a:extLst>
                    <a:ext uri="{FF2B5EF4-FFF2-40B4-BE49-F238E27FC236}">
                      <a16:creationId xmlns:a16="http://schemas.microsoft.com/office/drawing/2014/main" id="{FF234391-FA93-8AC5-61C7-080758DB0057}"/>
                    </a:ext>
                  </a:extLst>
                </p:cNvPr>
                <p:cNvSpPr/>
                <p:nvPr/>
              </p:nvSpPr>
              <p:spPr>
                <a:xfrm>
                  <a:off x="10244932" y="544718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  <p:sp>
              <p:nvSpPr>
                <p:cNvPr id="1194" name="Rechthoek 1193">
                  <a:extLst>
                    <a:ext uri="{FF2B5EF4-FFF2-40B4-BE49-F238E27FC236}">
                      <a16:creationId xmlns:a16="http://schemas.microsoft.com/office/drawing/2014/main" id="{11A80148-4763-2750-7244-90DD01A35F7E}"/>
                    </a:ext>
                  </a:extLst>
                </p:cNvPr>
                <p:cNvSpPr/>
                <p:nvPr/>
              </p:nvSpPr>
              <p:spPr>
                <a:xfrm>
                  <a:off x="10924201" y="5447185"/>
                  <a:ext cx="679269" cy="679269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2">
                      <a:lumMod val="90000"/>
                      <a:lumOff val="1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 dirty="0"/>
                </a:p>
              </p:txBody>
            </p:sp>
          </p:grpSp>
          <p:sp>
            <p:nvSpPr>
              <p:cNvPr id="1198" name="Vrije vorm: vorm 1197">
                <a:extLst>
                  <a:ext uri="{FF2B5EF4-FFF2-40B4-BE49-F238E27FC236}">
                    <a16:creationId xmlns:a16="http://schemas.microsoft.com/office/drawing/2014/main" id="{ACF7E09A-A715-C065-6E9D-EF608F9E1131}"/>
                  </a:ext>
                </a:extLst>
              </p:cNvPr>
              <p:cNvSpPr/>
              <p:nvPr/>
            </p:nvSpPr>
            <p:spPr>
              <a:xfrm rot="5400000">
                <a:off x="8646945" y="4609968"/>
                <a:ext cx="267880" cy="230930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1207" name="Vrije vorm: vorm 1206">
                <a:extLst>
                  <a:ext uri="{FF2B5EF4-FFF2-40B4-BE49-F238E27FC236}">
                    <a16:creationId xmlns:a16="http://schemas.microsoft.com/office/drawing/2014/main" id="{A6EF4E66-76BC-8141-57EB-88EAE24738F5}"/>
                  </a:ext>
                </a:extLst>
              </p:cNvPr>
              <p:cNvSpPr/>
              <p:nvPr/>
            </p:nvSpPr>
            <p:spPr>
              <a:xfrm rot="5400000">
                <a:off x="8094963" y="5146176"/>
                <a:ext cx="267880" cy="230930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1208" name="Vrije vorm: vorm 1207">
                <a:extLst>
                  <a:ext uri="{FF2B5EF4-FFF2-40B4-BE49-F238E27FC236}">
                    <a16:creationId xmlns:a16="http://schemas.microsoft.com/office/drawing/2014/main" id="{54990710-4B61-6135-49EB-B9A247D8E13D}"/>
                  </a:ext>
                </a:extLst>
              </p:cNvPr>
              <p:cNvSpPr/>
              <p:nvPr/>
            </p:nvSpPr>
            <p:spPr>
              <a:xfrm rot="10800000">
                <a:off x="9740883" y="5171495"/>
                <a:ext cx="267880" cy="230930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  <p:cxnSp>
            <p:nvCxnSpPr>
              <p:cNvPr id="1213" name="Rechte verbindingslijn 1212">
                <a:extLst>
                  <a:ext uri="{FF2B5EF4-FFF2-40B4-BE49-F238E27FC236}">
                    <a16:creationId xmlns:a16="http://schemas.microsoft.com/office/drawing/2014/main" id="{D4F01647-5958-9F00-2676-1A6E74D5F003}"/>
                  </a:ext>
                </a:extLst>
              </p:cNvPr>
              <p:cNvCxnSpPr>
                <a:cxnSpLocks/>
                <a:stCxn id="1198" idx="3"/>
                <a:endCxn id="1253" idx="2"/>
              </p:cNvCxnSpPr>
              <p:nvPr/>
            </p:nvCxnSpPr>
            <p:spPr>
              <a:xfrm flipH="1" flipV="1">
                <a:off x="6961751" y="3315072"/>
                <a:ext cx="1744247" cy="1410361"/>
              </a:xfrm>
              <a:prstGeom prst="line">
                <a:avLst/>
              </a:prstGeom>
              <a:ln w="28575"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217" name="Rechte verbindingslijn 1216">
                <a:extLst>
                  <a:ext uri="{FF2B5EF4-FFF2-40B4-BE49-F238E27FC236}">
                    <a16:creationId xmlns:a16="http://schemas.microsoft.com/office/drawing/2014/main" id="{1F2DD83F-06DA-AD08-9403-50535E7C10DC}"/>
                  </a:ext>
                </a:extLst>
              </p:cNvPr>
              <p:cNvCxnSpPr>
                <a:cxnSpLocks/>
                <a:stCxn id="1207" idx="3"/>
                <a:endCxn id="1253" idx="2"/>
              </p:cNvCxnSpPr>
              <p:nvPr/>
            </p:nvCxnSpPr>
            <p:spPr>
              <a:xfrm flipH="1" flipV="1">
                <a:off x="6961751" y="3315072"/>
                <a:ext cx="1192265" cy="1946569"/>
              </a:xfrm>
              <a:prstGeom prst="line">
                <a:avLst/>
              </a:prstGeom>
              <a:ln w="28575"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219" name="Rechte verbindingslijn 1218">
                <a:extLst>
                  <a:ext uri="{FF2B5EF4-FFF2-40B4-BE49-F238E27FC236}">
                    <a16:creationId xmlns:a16="http://schemas.microsoft.com/office/drawing/2014/main" id="{DFE71D16-8AED-4AB0-B8DF-9B802D2EA862}"/>
                  </a:ext>
                </a:extLst>
              </p:cNvPr>
              <p:cNvCxnSpPr>
                <a:cxnSpLocks/>
                <a:stCxn id="1208" idx="4"/>
                <a:endCxn id="1253" idx="2"/>
              </p:cNvCxnSpPr>
              <p:nvPr/>
            </p:nvCxnSpPr>
            <p:spPr>
              <a:xfrm flipH="1" flipV="1">
                <a:off x="6961751" y="3315072"/>
                <a:ext cx="2936607" cy="1856423"/>
              </a:xfrm>
              <a:prstGeom prst="line">
                <a:avLst/>
              </a:prstGeom>
              <a:ln w="28575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grpSp>
            <p:nvGrpSpPr>
              <p:cNvPr id="1231" name="Groep 1230">
                <a:extLst>
                  <a:ext uri="{FF2B5EF4-FFF2-40B4-BE49-F238E27FC236}">
                    <a16:creationId xmlns:a16="http://schemas.microsoft.com/office/drawing/2014/main" id="{12F95724-22B9-A339-5C97-E19EAB42A9E4}"/>
                  </a:ext>
                </a:extLst>
              </p:cNvPr>
              <p:cNvGrpSpPr/>
              <p:nvPr/>
            </p:nvGrpSpPr>
            <p:grpSpPr>
              <a:xfrm>
                <a:off x="9128045" y="5066846"/>
                <a:ext cx="389592" cy="389592"/>
                <a:chOff x="9128045" y="5066846"/>
                <a:chExt cx="389592" cy="389592"/>
              </a:xfrm>
            </p:grpSpPr>
            <p:sp>
              <p:nvSpPr>
                <p:cNvPr id="1225" name="Ovaal 1224">
                  <a:extLst>
                    <a:ext uri="{FF2B5EF4-FFF2-40B4-BE49-F238E27FC236}">
                      <a16:creationId xmlns:a16="http://schemas.microsoft.com/office/drawing/2014/main" id="{7369E5B8-7501-17A7-15A8-384832ABFFC9}"/>
                    </a:ext>
                  </a:extLst>
                </p:cNvPr>
                <p:cNvSpPr/>
                <p:nvPr/>
              </p:nvSpPr>
              <p:spPr>
                <a:xfrm rot="2321871">
                  <a:off x="9185950" y="5124751"/>
                  <a:ext cx="273783" cy="273782"/>
                </a:xfrm>
                <a:prstGeom prst="ellipse">
                  <a:avLst/>
                </a:prstGeom>
                <a:noFill/>
                <a:ln w="28575">
                  <a:solidFill>
                    <a:schemeClr val="accent4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dirty="0"/>
                </a:p>
              </p:txBody>
            </p:sp>
            <p:cxnSp>
              <p:nvCxnSpPr>
                <p:cNvPr id="1226" name="Rechte verbindingslijn 1225">
                  <a:extLst>
                    <a:ext uri="{FF2B5EF4-FFF2-40B4-BE49-F238E27FC236}">
                      <a16:creationId xmlns:a16="http://schemas.microsoft.com/office/drawing/2014/main" id="{2079D7FB-424E-C600-03B1-C2C95836A4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22841" y="5066846"/>
                  <a:ext cx="0" cy="389592"/>
                </a:xfrm>
                <a:prstGeom prst="line">
                  <a:avLst/>
                </a:prstGeom>
                <a:noFill/>
                <a:ln w="2857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227" name="Rechte verbindingslijn 1226">
                  <a:extLst>
                    <a:ext uri="{FF2B5EF4-FFF2-40B4-BE49-F238E27FC236}">
                      <a16:creationId xmlns:a16="http://schemas.microsoft.com/office/drawing/2014/main" id="{82380317-D6E2-2FBE-DF2F-ABB7F8A3E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28045" y="5261642"/>
                  <a:ext cx="389592" cy="0"/>
                </a:xfrm>
                <a:prstGeom prst="line">
                  <a:avLst/>
                </a:prstGeom>
                <a:noFill/>
                <a:ln w="2857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2" name="Groep 1231">
                <a:extLst>
                  <a:ext uri="{FF2B5EF4-FFF2-40B4-BE49-F238E27FC236}">
                    <a16:creationId xmlns:a16="http://schemas.microsoft.com/office/drawing/2014/main" id="{2D6006C0-8809-B294-E0CE-A21FA0C29D53}"/>
                  </a:ext>
                </a:extLst>
              </p:cNvPr>
              <p:cNvGrpSpPr/>
              <p:nvPr/>
            </p:nvGrpSpPr>
            <p:grpSpPr>
              <a:xfrm>
                <a:off x="9659838" y="5590547"/>
                <a:ext cx="245996" cy="245996"/>
                <a:chOff x="9128045" y="5066846"/>
                <a:chExt cx="389592" cy="389592"/>
              </a:xfrm>
            </p:grpSpPr>
            <p:sp>
              <p:nvSpPr>
                <p:cNvPr id="1233" name="Ovaal 1232">
                  <a:extLst>
                    <a:ext uri="{FF2B5EF4-FFF2-40B4-BE49-F238E27FC236}">
                      <a16:creationId xmlns:a16="http://schemas.microsoft.com/office/drawing/2014/main" id="{156FF1F2-6C05-8303-A37F-B8B23F6C4FBD}"/>
                    </a:ext>
                  </a:extLst>
                </p:cNvPr>
                <p:cNvSpPr/>
                <p:nvPr/>
              </p:nvSpPr>
              <p:spPr>
                <a:xfrm rot="2321871">
                  <a:off x="9185950" y="5124751"/>
                  <a:ext cx="273783" cy="273782"/>
                </a:xfrm>
                <a:prstGeom prst="ellipse">
                  <a:avLst/>
                </a:prstGeom>
                <a:noFill/>
                <a:ln w="28575">
                  <a:solidFill>
                    <a:schemeClr val="accent5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dirty="0"/>
                </a:p>
              </p:txBody>
            </p:sp>
            <p:cxnSp>
              <p:nvCxnSpPr>
                <p:cNvPr id="1234" name="Rechte verbindingslijn 1233">
                  <a:extLst>
                    <a:ext uri="{FF2B5EF4-FFF2-40B4-BE49-F238E27FC236}">
                      <a16:creationId xmlns:a16="http://schemas.microsoft.com/office/drawing/2014/main" id="{5819D8C0-57DE-A317-8627-61DE78E730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22841" y="5066846"/>
                  <a:ext cx="0" cy="389592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235" name="Rechte verbindingslijn 1234">
                  <a:extLst>
                    <a:ext uri="{FF2B5EF4-FFF2-40B4-BE49-F238E27FC236}">
                      <a16:creationId xmlns:a16="http://schemas.microsoft.com/office/drawing/2014/main" id="{33C9E66C-6051-B061-0B69-6887FC98FE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28045" y="5261642"/>
                  <a:ext cx="389592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0" name="Groep 1239">
                <a:extLst>
                  <a:ext uri="{FF2B5EF4-FFF2-40B4-BE49-F238E27FC236}">
                    <a16:creationId xmlns:a16="http://schemas.microsoft.com/office/drawing/2014/main" id="{4AD9613C-7796-8BE1-7F31-856F0852F558}"/>
                  </a:ext>
                </a:extLst>
              </p:cNvPr>
              <p:cNvGrpSpPr/>
              <p:nvPr/>
            </p:nvGrpSpPr>
            <p:grpSpPr>
              <a:xfrm>
                <a:off x="9837164" y="5777854"/>
                <a:ext cx="245996" cy="245996"/>
                <a:chOff x="9128045" y="5066846"/>
                <a:chExt cx="389592" cy="389592"/>
              </a:xfrm>
            </p:grpSpPr>
            <p:sp>
              <p:nvSpPr>
                <p:cNvPr id="1241" name="Ovaal 1240">
                  <a:extLst>
                    <a:ext uri="{FF2B5EF4-FFF2-40B4-BE49-F238E27FC236}">
                      <a16:creationId xmlns:a16="http://schemas.microsoft.com/office/drawing/2014/main" id="{7835CB58-63B3-2831-1E45-43E56D987C7E}"/>
                    </a:ext>
                  </a:extLst>
                </p:cNvPr>
                <p:cNvSpPr/>
                <p:nvPr/>
              </p:nvSpPr>
              <p:spPr>
                <a:xfrm rot="2321871">
                  <a:off x="9185950" y="5124751"/>
                  <a:ext cx="273783" cy="273782"/>
                </a:xfrm>
                <a:prstGeom prst="ellipse">
                  <a:avLst/>
                </a:prstGeom>
                <a:noFill/>
                <a:ln w="28575">
                  <a:solidFill>
                    <a:schemeClr val="accent6">
                      <a:lumMod val="7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dirty="0"/>
                </a:p>
              </p:txBody>
            </p:sp>
            <p:cxnSp>
              <p:nvCxnSpPr>
                <p:cNvPr id="1242" name="Rechte verbindingslijn 1241">
                  <a:extLst>
                    <a:ext uri="{FF2B5EF4-FFF2-40B4-BE49-F238E27FC236}">
                      <a16:creationId xmlns:a16="http://schemas.microsoft.com/office/drawing/2014/main" id="{B4896CF0-320B-FDED-B33B-239C497D1F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22841" y="5066846"/>
                  <a:ext cx="0" cy="389592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243" name="Rechte verbindingslijn 1242">
                  <a:extLst>
                    <a:ext uri="{FF2B5EF4-FFF2-40B4-BE49-F238E27FC236}">
                      <a16:creationId xmlns:a16="http://schemas.microsoft.com/office/drawing/2014/main" id="{4D85806D-47C4-8866-9D9B-14380F98EC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28045" y="5261642"/>
                  <a:ext cx="389592" cy="0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59" name="Groep 1258">
            <a:extLst>
              <a:ext uri="{FF2B5EF4-FFF2-40B4-BE49-F238E27FC236}">
                <a16:creationId xmlns:a16="http://schemas.microsoft.com/office/drawing/2014/main" id="{DBD1B1CA-7CB3-F14B-085A-4057DA28824D}"/>
              </a:ext>
            </a:extLst>
          </p:cNvPr>
          <p:cNvGrpSpPr/>
          <p:nvPr/>
        </p:nvGrpSpPr>
        <p:grpSpPr>
          <a:xfrm>
            <a:off x="6275954" y="1745764"/>
            <a:ext cx="3082945" cy="829338"/>
            <a:chOff x="7940860" y="1788319"/>
            <a:chExt cx="3082945" cy="8293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0" name="Tekstvak 1159">
                  <a:extLst>
                    <a:ext uri="{FF2B5EF4-FFF2-40B4-BE49-F238E27FC236}">
                      <a16:creationId xmlns:a16="http://schemas.microsoft.com/office/drawing/2014/main" id="{6CFE4733-140C-6BD3-C92E-8E520B448622}"/>
                    </a:ext>
                  </a:extLst>
                </p:cNvPr>
                <p:cNvSpPr txBox="1"/>
                <p:nvPr/>
              </p:nvSpPr>
              <p:spPr>
                <a:xfrm>
                  <a:off x="7983512" y="2043910"/>
                  <a:ext cx="1581150" cy="503086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nl-NL" sz="11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11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nl-NL" sz="11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nl-NL" sz="11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nl-NL" sz="11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11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nl-NL" sz="11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nary>
                          <m:naryPr>
                            <m:chr m:val="∏"/>
                            <m:supHide m:val="on"/>
                            <m:ctrlPr>
                              <a:rPr lang="nl-NL" sz="11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nl-NL" sz="11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nl-NL" sz="11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nl-NL" sz="11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nl-NL" sz="1100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nl-NL" sz="1100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nl-NL" sz="1100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sz="1100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nl-NL" sz="1100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nl-NL" sz="1100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nl-NL" sz="1100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nl-NL" sz="1100" i="1" noProof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</m:oMath>
                    </m:oMathPara>
                  </a14:m>
                  <a:endParaRPr lang="nl-NL" noProof="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60" name="Tekstvak 1159">
                  <a:extLst>
                    <a:ext uri="{FF2B5EF4-FFF2-40B4-BE49-F238E27FC236}">
                      <a16:creationId xmlns:a16="http://schemas.microsoft.com/office/drawing/2014/main" id="{6CFE4733-140C-6BD3-C92E-8E520B4486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3512" y="2043910"/>
                  <a:ext cx="1581150" cy="503086"/>
                </a:xfrm>
                <a:prstGeom prst="rect">
                  <a:avLst/>
                </a:prstGeom>
                <a:blipFill>
                  <a:blip r:embed="rId6"/>
                  <a:stretch>
                    <a:fillRect t="-114458" r="-31660" b="-157831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9" name="Tekstvak 1248">
              <a:extLst>
                <a:ext uri="{FF2B5EF4-FFF2-40B4-BE49-F238E27FC236}">
                  <a16:creationId xmlns:a16="http://schemas.microsoft.com/office/drawing/2014/main" id="{F51CEDF8-C4B8-0BD6-03A5-7BCBAAFCA1D9}"/>
                </a:ext>
              </a:extLst>
            </p:cNvPr>
            <p:cNvSpPr txBox="1"/>
            <p:nvPr/>
          </p:nvSpPr>
          <p:spPr>
            <a:xfrm>
              <a:off x="8139767" y="1823935"/>
              <a:ext cx="23661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1</a:t>
              </a:r>
              <a:r>
                <a:rPr lang="nl-NL" sz="1200" baseline="30000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</a:t>
              </a:r>
              <a:r>
                <a:rPr lang="nl-NL" sz="1200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 target</a:t>
              </a:r>
            </a:p>
          </p:txBody>
        </p:sp>
        <p:sp>
          <p:nvSpPr>
            <p:cNvPr id="1252" name="Tekstvak 1251">
              <a:extLst>
                <a:ext uri="{FF2B5EF4-FFF2-40B4-BE49-F238E27FC236}">
                  <a16:creationId xmlns:a16="http://schemas.microsoft.com/office/drawing/2014/main" id="{C684D6F3-52D7-2089-84C9-F1EAB028EF58}"/>
                </a:ext>
              </a:extLst>
            </p:cNvPr>
            <p:cNvSpPr txBox="1"/>
            <p:nvPr/>
          </p:nvSpPr>
          <p:spPr>
            <a:xfrm>
              <a:off x="9562347" y="2090343"/>
              <a:ext cx="1315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Vervolg uniform random</a:t>
              </a:r>
            </a:p>
          </p:txBody>
        </p:sp>
        <p:sp>
          <p:nvSpPr>
            <p:cNvPr id="1253" name="Rechthoek: afgeronde hoeken 1252">
              <a:extLst>
                <a:ext uri="{FF2B5EF4-FFF2-40B4-BE49-F238E27FC236}">
                  <a16:creationId xmlns:a16="http://schemas.microsoft.com/office/drawing/2014/main" id="{EB813F30-1641-497B-12C6-7182B51EF1CA}"/>
                </a:ext>
              </a:extLst>
            </p:cNvPr>
            <p:cNvSpPr/>
            <p:nvPr/>
          </p:nvSpPr>
          <p:spPr>
            <a:xfrm>
              <a:off x="7940860" y="1788319"/>
              <a:ext cx="3082945" cy="829338"/>
            </a:xfrm>
            <a:prstGeom prst="round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cxnSp>
        <p:nvCxnSpPr>
          <p:cNvPr id="1271" name="Rechte verbindingslijn 1270">
            <a:extLst>
              <a:ext uri="{FF2B5EF4-FFF2-40B4-BE49-F238E27FC236}">
                <a16:creationId xmlns:a16="http://schemas.microsoft.com/office/drawing/2014/main" id="{7B2E72E6-1572-E32B-E2E3-0B709E0EB0EE}"/>
              </a:ext>
            </a:extLst>
          </p:cNvPr>
          <p:cNvCxnSpPr>
            <a:cxnSpLocks/>
            <a:stCxn id="1164" idx="0"/>
            <a:endCxn id="1253" idx="2"/>
          </p:cNvCxnSpPr>
          <p:nvPr/>
        </p:nvCxnSpPr>
        <p:spPr>
          <a:xfrm flipV="1">
            <a:off x="5400448" y="2575102"/>
            <a:ext cx="2416979" cy="55240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718B25B-6B38-6B30-C911-E687BA836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10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209"/>
    </mc:Choice>
    <mc:Fallback xmlns="">
      <p:transition spd="slow" advTm="42209"/>
    </mc:Fallback>
  </mc:AlternateContent>
  <p:extLst>
    <p:ext uri="{3A86A75C-4F4B-4683-9AE1-C65F6400EC91}">
      <p14:laserTraceLst xmlns:p14="http://schemas.microsoft.com/office/powerpoint/2010/main">
        <p14:tracePtLst>
          <p14:tracePt t="8327" x="1614488" y="4824413"/>
          <p14:tracePt t="8345" x="1581150" y="4833938"/>
          <p14:tracePt t="8348" x="1571625" y="4838700"/>
          <p14:tracePt t="8350" x="1562100" y="4848225"/>
          <p14:tracePt t="8353" x="1552575" y="4852988"/>
          <p14:tracePt t="8366" x="1528763" y="4872038"/>
          <p14:tracePt t="8370" x="1519238" y="4876800"/>
          <p14:tracePt t="8376" x="1509713" y="4886325"/>
          <p14:tracePt t="8378" x="1500188" y="4895850"/>
          <p14:tracePt t="8382" x="1490663" y="4900613"/>
          <p14:tracePt t="8388" x="1476375" y="4914900"/>
          <p14:tracePt t="8396" x="1462088" y="4929188"/>
          <p14:tracePt t="8397" x="1447800" y="4943475"/>
          <p14:tracePt t="8402" x="1443038" y="4953000"/>
          <p14:tracePt t="8410" x="1419225" y="4986338"/>
          <p14:tracePt t="8416" x="1409700" y="5005388"/>
          <p14:tracePt t="8423" x="1400175" y="5033963"/>
          <p14:tracePt t="8430" x="1390650" y="5072063"/>
          <p14:tracePt t="8437" x="1390650" y="5100638"/>
          <p14:tracePt t="8445" x="1385888" y="5124450"/>
          <p14:tracePt t="8450" x="1385888" y="5157788"/>
          <p14:tracePt t="8457" x="1385888" y="5191125"/>
          <p14:tracePt t="8465" x="1385888" y="5205413"/>
          <p14:tracePt t="8471" x="1395413" y="5248275"/>
          <p14:tracePt t="8479" x="1419225" y="5276850"/>
          <p14:tracePt t="8493" x="1466850" y="5319713"/>
          <p14:tracePt t="8500" x="1504950" y="5348288"/>
          <p14:tracePt t="8506" x="1557338" y="5376863"/>
          <p14:tracePt t="8513" x="1609725" y="5400675"/>
          <p14:tracePt t="8521" x="1666875" y="5419725"/>
          <p14:tracePt t="8528" x="1695450" y="5424488"/>
          <p14:tracePt t="8534" x="1747838" y="5429250"/>
          <p14:tracePt t="8541" x="1766888" y="5429250"/>
          <p14:tracePt t="8542" x="1800225" y="5429250"/>
          <p14:tracePt t="8548" x="1824038" y="5429250"/>
          <p14:tracePt t="8555" x="1881188" y="5434013"/>
          <p14:tracePt t="8562" x="1933575" y="5434013"/>
          <p14:tracePt t="8568" x="1962150" y="5434013"/>
          <p14:tracePt t="8569" x="1981200" y="5429250"/>
          <p14:tracePt t="8576" x="2005013" y="5424488"/>
          <p14:tracePt t="8583" x="2052638" y="5405438"/>
          <p14:tracePt t="8591" x="2085975" y="5386388"/>
          <p14:tracePt t="8596" x="2095500" y="5372100"/>
          <p14:tracePt t="8603" x="2119313" y="5338763"/>
          <p14:tracePt t="8610" x="2138363" y="5314950"/>
          <p14:tracePt t="8618" x="2147888" y="5286375"/>
          <p14:tracePt t="8625" x="2147888" y="5257800"/>
          <p14:tracePt t="8631" x="2147888" y="5233988"/>
          <p14:tracePt t="8638" x="2138363" y="5200650"/>
          <p14:tracePt t="8645" x="2133600" y="5176838"/>
          <p14:tracePt t="8646" x="2128838" y="5162550"/>
          <p14:tracePt t="8652" x="2119313" y="5143500"/>
          <p14:tracePt t="8659" x="2081213" y="5095875"/>
          <p14:tracePt t="8667" x="2052638" y="5057775"/>
          <p14:tracePt t="8673" x="2024063" y="5033963"/>
          <p14:tracePt t="8680" x="1971675" y="4991100"/>
          <p14:tracePt t="8682" x="1943100" y="4972050"/>
          <p14:tracePt t="8687" x="1914525" y="4953000"/>
          <p14:tracePt t="8694" x="1852613" y="4919663"/>
          <p14:tracePt t="8703" x="1781175" y="4881563"/>
          <p14:tracePt t="8709" x="1752600" y="4872038"/>
          <p14:tracePt t="8709" x="1728788" y="4857750"/>
          <p14:tracePt t="8714" x="1695450" y="4848225"/>
          <p14:tracePt t="8721" x="1652588" y="4843463"/>
          <p14:tracePt t="8728" x="1638300" y="4838700"/>
          <p14:tracePt t="8729" x="1624013" y="4838700"/>
          <p14:tracePt t="8735" x="1614488" y="4833938"/>
          <p14:tracePt t="8743" x="1585913" y="4833938"/>
          <p14:tracePt t="8751" x="1566863" y="4833938"/>
          <p14:tracePt t="8756" x="1557338" y="4833938"/>
          <p14:tracePt t="8764" x="1543050" y="4833938"/>
          <p14:tracePt t="8770" x="1533525" y="4838700"/>
          <p14:tracePt t="8777" x="1528763" y="4838700"/>
          <p14:tracePt t="8784" x="1524000" y="4843463"/>
          <p14:tracePt t="8791" x="1514475" y="4852988"/>
          <p14:tracePt t="8798" x="1504950" y="4862513"/>
          <p14:tracePt t="8806" x="1490663" y="4872038"/>
          <p14:tracePt t="8812" x="1485900" y="4876800"/>
          <p14:tracePt t="8819" x="1466850" y="4891088"/>
          <p14:tracePt t="8826" x="1457325" y="4905375"/>
          <p14:tracePt t="8833" x="1443038" y="4919663"/>
          <p14:tracePt t="8840" x="1438275" y="4929188"/>
          <p14:tracePt t="8846" x="1428750" y="4943475"/>
          <p14:tracePt t="8856" x="1419225" y="4967288"/>
          <p14:tracePt t="8862" x="1414463" y="4986338"/>
          <p14:tracePt t="8867" x="1414463" y="4995863"/>
          <p14:tracePt t="8875" x="1414463" y="5019675"/>
          <p14:tracePt t="8883" x="1414463" y="5043488"/>
          <p14:tracePt t="8888" x="1414463" y="5053013"/>
          <p14:tracePt t="8895" x="1428750" y="5076825"/>
          <p14:tracePt t="8903" x="1433513" y="5095875"/>
          <p14:tracePt t="8909" x="1447800" y="5114925"/>
          <p14:tracePt t="8916" x="1452563" y="5129213"/>
          <p14:tracePt t="8917" x="1457325" y="5133975"/>
          <p14:tracePt t="8923" x="1462088" y="5138738"/>
          <p14:tracePt t="8930" x="1476375" y="5153025"/>
          <p14:tracePt t="8937" x="1481138" y="5157788"/>
          <p14:tracePt t="8944" x="1485900" y="5162550"/>
          <p14:tracePt t="8945" x="1495425" y="5167313"/>
          <p14:tracePt t="8953" x="1500188" y="5172075"/>
          <p14:tracePt t="8958" x="1509713" y="5172075"/>
          <p14:tracePt t="8966" x="1519238" y="5176838"/>
          <p14:tracePt t="8972" x="1528763" y="5176838"/>
          <p14:tracePt t="8978" x="1547813" y="5186363"/>
          <p14:tracePt t="8985" x="1566863" y="5191125"/>
          <p14:tracePt t="8987" x="0" y="0"/>
        </p14:tracePtLst>
        <p14:tracePtLst>
          <p14:tracePt t="9589" x="2343150" y="4914900"/>
          <p14:tracePt t="9591" x="2338388" y="4914900"/>
          <p14:tracePt t="9594" x="2328863" y="4910138"/>
          <p14:tracePt t="9598" x="2319338" y="4910138"/>
          <p14:tracePt t="9605" x="2309813" y="4910138"/>
          <p14:tracePt t="9611" x="2281238" y="4900613"/>
          <p14:tracePt t="9620" x="2243138" y="4886325"/>
          <p14:tracePt t="9625" x="2224088" y="4886325"/>
          <p14:tracePt t="9631" x="2190750" y="4881563"/>
          <p14:tracePt t="9639" x="2147888" y="4876800"/>
          <p14:tracePt t="9645" x="2114550" y="4876800"/>
          <p14:tracePt t="9653" x="2105025" y="4876800"/>
          <p14:tracePt t="9653" x="2090738" y="4876800"/>
          <p14:tracePt t="9659" x="2076450" y="4876800"/>
          <p14:tracePt t="9666" x="2052638" y="4876800"/>
          <p14:tracePt t="9673" x="2033588" y="4881563"/>
          <p14:tracePt t="9680" x="2024063" y="4886325"/>
          <p14:tracePt t="9686" x="2014538" y="4895850"/>
          <p14:tracePt t="9694" x="2009775" y="4914900"/>
          <p14:tracePt t="9701" x="2005013" y="4919663"/>
          <p14:tracePt t="9708" x="2000250" y="4943475"/>
          <p14:tracePt t="9709" x="2000250" y="4953000"/>
          <p14:tracePt t="9715" x="1995488" y="4962525"/>
          <p14:tracePt t="9721" x="1990725" y="4991100"/>
          <p14:tracePt t="9729" x="1990725" y="5005388"/>
          <p14:tracePt t="9729" x="1985963" y="5019675"/>
          <p14:tracePt t="9735" x="1985963" y="5033963"/>
          <p14:tracePt t="9743" x="1981200" y="5072063"/>
          <p14:tracePt t="9751" x="1981200" y="5105400"/>
          <p14:tracePt t="9756" x="1981200" y="5133975"/>
          <p14:tracePt t="9757" x="1981200" y="5153025"/>
          <p14:tracePt t="9763" x="1981200" y="5176838"/>
          <p14:tracePt t="9770" x="1981200" y="5219700"/>
          <p14:tracePt t="9777" x="2000250" y="5272088"/>
          <p14:tracePt t="9784" x="2014538" y="5291138"/>
          <p14:tracePt t="9791" x="2043113" y="5334000"/>
          <p14:tracePt t="9800" x="2071688" y="5367338"/>
          <p14:tracePt t="9806" x="2095500" y="5391150"/>
          <p14:tracePt t="9812" x="2109788" y="5395913"/>
          <p14:tracePt t="9819" x="2128838" y="5405438"/>
          <p14:tracePt t="9825" x="2152650" y="5414963"/>
          <p14:tracePt t="9833" x="2162175" y="5419725"/>
          <p14:tracePt t="9840" x="2185988" y="5424488"/>
          <p14:tracePt t="9847" x="2200275" y="5424488"/>
          <p14:tracePt t="9853" x="2224088" y="5424488"/>
          <p14:tracePt t="9860" x="2233613" y="5424488"/>
          <p14:tracePt t="9861" x="2243138" y="5424488"/>
          <p14:tracePt t="9867" x="2252663" y="5424488"/>
          <p14:tracePt t="9874" x="2276475" y="5419725"/>
          <p14:tracePt t="9882" x="2305050" y="5410200"/>
          <p14:tracePt t="9889" x="2314575" y="5400675"/>
          <p14:tracePt t="9896" x="2338388" y="5391150"/>
          <p14:tracePt t="9897" x="2352675" y="5386388"/>
          <p14:tracePt t="9902" x="2371725" y="5376863"/>
          <p14:tracePt t="9909" x="2405063" y="5357813"/>
          <p14:tracePt t="9916" x="2414588" y="5348288"/>
          <p14:tracePt t="9923" x="2438400" y="5334000"/>
          <p14:tracePt t="9931" x="2462213" y="5314950"/>
          <p14:tracePt t="9937" x="2481263" y="5291138"/>
          <p14:tracePt t="9944" x="2490788" y="5286375"/>
          <p14:tracePt t="9945" x="2495550" y="5281613"/>
          <p14:tracePt t="9951" x="2500313" y="5267325"/>
          <p14:tracePt t="9957" x="2509838" y="5253038"/>
          <p14:tracePt t="9965" x="2514600" y="5243513"/>
          <p14:tracePt t="9965" x="2519363" y="5233988"/>
          <p14:tracePt t="9972" x="2524125" y="5224463"/>
          <p14:tracePt t="9978" x="2524125" y="5205413"/>
          <p14:tracePt t="9987" x="2524125" y="5176838"/>
          <p14:tracePt t="9992" x="2519363" y="5162550"/>
          <p14:tracePt t="9999" x="2509838" y="5133975"/>
          <p14:tracePt t="10006" x="2476500" y="5095875"/>
          <p14:tracePt t="10014" x="2447925" y="5053013"/>
          <p14:tracePt t="10021" x="2433638" y="5043488"/>
          <p14:tracePt t="10028" x="2390775" y="5005388"/>
          <p14:tracePt t="10029" x="2352675" y="4981575"/>
          <p14:tracePt t="10034" x="2333625" y="4967288"/>
          <p14:tracePt t="10041" x="2295525" y="4943475"/>
          <p14:tracePt t="10041" x="2271713" y="4929188"/>
          <p14:tracePt t="10048" x="2243138" y="4914900"/>
          <p14:tracePt t="10055" x="2181225" y="4891088"/>
          <p14:tracePt t="10062" x="2124075" y="4872038"/>
          <p14:tracePt t="10069" x="2095500" y="4867275"/>
          <p14:tracePt t="10076" x="2057400" y="4857750"/>
          <p14:tracePt t="10090" x="1985963" y="4852988"/>
          <p14:tracePt t="10098" x="1966913" y="4852988"/>
          <p14:tracePt t="10104" x="1957388" y="4852988"/>
          <p14:tracePt t="10110" x="1947863" y="4862513"/>
          <p14:tracePt t="10118" x="1938338" y="4867275"/>
          <p14:tracePt t="10125" x="1933575" y="4872038"/>
          <p14:tracePt t="10125" x="1933575" y="4876800"/>
          <p14:tracePt t="10132" x="1928813" y="4881563"/>
          <p14:tracePt t="10138" x="1928813" y="4891088"/>
          <p14:tracePt t="10147" x="1924050" y="4900613"/>
          <p14:tracePt t="10152" x="1924050" y="4914900"/>
          <p14:tracePt t="10159" x="1924050" y="4919663"/>
          <p14:tracePt t="10166" x="1924050" y="4938713"/>
          <p14:tracePt t="10173" x="1928813" y="4943475"/>
          <p14:tracePt t="10173" x="1928813" y="4953000"/>
          <p14:tracePt t="10181" x="1933575" y="4957763"/>
          <p14:tracePt t="10187" x="1938338" y="4962525"/>
          <p14:tracePt t="10194" x="1947863" y="4976813"/>
          <p14:tracePt t="10201" x="1947863" y="4981575"/>
          <p14:tracePt t="10208" x="1957388" y="4995863"/>
          <p14:tracePt t="10209" x="0" y="0"/>
        </p14:tracePtLst>
        <p14:tracePtLst>
          <p14:tracePt t="18865" x="7277100" y="2066925"/>
          <p14:tracePt t="18866" x="7272338" y="2062163"/>
          <p14:tracePt t="18872" x="7267575" y="2057400"/>
          <p14:tracePt t="18874" x="7258050" y="2052638"/>
          <p14:tracePt t="18882" x="7234238" y="2043113"/>
          <p14:tracePt t="18888" x="7224713" y="2038350"/>
          <p14:tracePt t="18895" x="7186613" y="2024063"/>
          <p14:tracePt t="18903" x="7148513" y="2014538"/>
          <p14:tracePt t="18910" x="7081838" y="1995488"/>
          <p14:tracePt t="18917" x="7015163" y="1985963"/>
          <p14:tracePt t="18923" x="6977063" y="1981200"/>
          <p14:tracePt t="18931" x="6924675" y="1976438"/>
          <p14:tracePt t="18937" x="6881813" y="1971675"/>
          <p14:tracePt t="18944" x="6862763" y="1971675"/>
          <p14:tracePt t="18950" x="6838950" y="1971675"/>
          <p14:tracePt t="18958" x="6815138" y="1971675"/>
          <p14:tracePt t="18966" x="6791325" y="1971675"/>
          <p14:tracePt t="18972" x="6781800" y="1976438"/>
          <p14:tracePt t="18979" x="6757988" y="1985963"/>
          <p14:tracePt t="18986" x="6743700" y="1995488"/>
          <p14:tracePt t="18993" x="6724650" y="2009775"/>
          <p14:tracePt t="19000" x="6719888" y="2014538"/>
          <p14:tracePt t="19007" x="6710363" y="2028825"/>
          <p14:tracePt t="19015" x="6696075" y="2043113"/>
          <p14:tracePt t="19020" x="6686550" y="2047875"/>
          <p14:tracePt t="19027" x="6672263" y="2062163"/>
          <p14:tracePt t="19034" x="6662738" y="2076450"/>
          <p14:tracePt t="19041" x="6648450" y="2095500"/>
          <p14:tracePt t="19048" x="6638925" y="2105025"/>
          <p14:tracePt t="19055" x="6634163" y="2119313"/>
          <p14:tracePt t="19062" x="6624638" y="2128838"/>
          <p14:tracePt t="19069" x="6624638" y="2138363"/>
          <p14:tracePt t="19069" x="6619875" y="2138363"/>
          <p14:tracePt t="19076" x="6619875" y="2143125"/>
          <p14:tracePt t="19083" x="6619875" y="2152650"/>
          <p14:tracePt t="19090" x="6619875" y="2157413"/>
          <p14:tracePt t="19097" x="6615113" y="2157413"/>
          <p14:tracePt t="19104" x="6615113" y="2162175"/>
          <p14:tracePt t="19111" x="6610350" y="2171700"/>
          <p14:tracePt t="19117" x="6610350" y="2176463"/>
          <p14:tracePt t="19124" x="6610350" y="2185988"/>
          <p14:tracePt t="19131" x="6610350" y="2190750"/>
          <p14:tracePt t="19138" x="6605588" y="2200275"/>
          <p14:tracePt t="19146" x="6605588" y="2205038"/>
          <p14:tracePt t="19152" x="6600825" y="2214563"/>
          <p14:tracePt t="19160" x="6600825" y="2219325"/>
          <p14:tracePt t="19166" x="6600825" y="2228850"/>
          <p14:tracePt t="19174" x="6600825" y="2243138"/>
          <p14:tracePt t="19180" x="6600825" y="2247900"/>
          <p14:tracePt t="19187" x="6600825" y="2262188"/>
          <p14:tracePt t="19194" x="6600825" y="2271713"/>
          <p14:tracePt t="19202" x="6600825" y="2290763"/>
          <p14:tracePt t="19208" x="6600825" y="2295525"/>
          <p14:tracePt t="19215" x="6610350" y="2309813"/>
          <p14:tracePt t="19222" x="6615113" y="2324100"/>
          <p14:tracePt t="19231" x="6624638" y="2333625"/>
          <p14:tracePt t="19236" x="6629400" y="2343150"/>
          <p14:tracePt t="19243" x="6634163" y="2347913"/>
          <p14:tracePt t="19250" x="6643688" y="2357438"/>
          <p14:tracePt t="19257" x="6662738" y="2366963"/>
          <p14:tracePt t="19265" x="6672263" y="2376488"/>
          <p14:tracePt t="19266" x="6677025" y="2381250"/>
          <p14:tracePt t="19271" x="6691313" y="2390775"/>
          <p14:tracePt t="19278" x="6710363" y="2395538"/>
          <p14:tracePt t="19284" x="6715125" y="2405063"/>
          <p14:tracePt t="19291" x="6743700" y="2414588"/>
          <p14:tracePt t="19298" x="6767513" y="2424113"/>
          <p14:tracePt t="19305" x="6781800" y="2428875"/>
          <p14:tracePt t="19312" x="6810375" y="2443163"/>
          <p14:tracePt t="19319" x="6838950" y="2457450"/>
          <p14:tracePt t="19326" x="6867525" y="2462213"/>
          <p14:tracePt t="19334" x="6905625" y="2471738"/>
          <p14:tracePt t="19340" x="6919913" y="2476500"/>
          <p14:tracePt t="19354" x="6996113" y="2490788"/>
          <p14:tracePt t="19362" x="7043738" y="2495550"/>
          <p14:tracePt t="19368" x="7067550" y="2495550"/>
          <p14:tracePt t="19375" x="7115175" y="2500313"/>
          <p14:tracePt t="19382" x="7167563" y="2500313"/>
          <p14:tracePt t="19388" x="7205663" y="2500313"/>
          <p14:tracePt t="19389" x="7229475" y="2500313"/>
          <p14:tracePt t="19395" x="7267575" y="2500313"/>
          <p14:tracePt t="19397" x="7300913" y="2500313"/>
          <p14:tracePt t="19402" x="7339013" y="2500313"/>
          <p14:tracePt t="19409" x="7410450" y="2500313"/>
          <p14:tracePt t="19416" x="7439025" y="2500313"/>
          <p14:tracePt t="19424" x="7500938" y="2500313"/>
          <p14:tracePt t="19432" x="7572375" y="2490788"/>
          <p14:tracePt t="19437" x="7629525" y="2481263"/>
          <p14:tracePt t="19445" x="7653338" y="2476500"/>
          <p14:tracePt t="19446" x="7691438" y="2466975"/>
          <p14:tracePt t="19451" x="7710488" y="2457450"/>
          <p14:tracePt t="19458" x="7753350" y="2438400"/>
          <p14:tracePt t="19467" x="7781925" y="2428875"/>
          <p14:tracePt t="19472" x="7786688" y="2419350"/>
          <p14:tracePt t="19478" x="7800975" y="2405063"/>
          <p14:tracePt t="19487" x="7815263" y="2386013"/>
          <p14:tracePt t="19493" x="7815263" y="2376488"/>
          <p14:tracePt t="19499" x="7820025" y="2362200"/>
          <p14:tracePt t="19506" x="7820025" y="2347913"/>
          <p14:tracePt t="19514" x="7824788" y="2333625"/>
          <p14:tracePt t="19520" x="7824788" y="2328863"/>
          <p14:tracePt t="19522" x="7824788" y="2319338"/>
          <p14:tracePt t="19528" x="7824788" y="2309813"/>
          <p14:tracePt t="19534" x="7824788" y="2290763"/>
          <p14:tracePt t="19542" x="7820025" y="2276475"/>
          <p14:tracePt t="19548" x="7820025" y="2271713"/>
          <p14:tracePt t="19555" x="7810500" y="2252663"/>
          <p14:tracePt t="19562" x="7805738" y="2238375"/>
          <p14:tracePt t="19569" x="7800975" y="2233613"/>
          <p14:tracePt t="19570" x="7796213" y="2228850"/>
          <p14:tracePt t="19576" x="7791450" y="2219325"/>
          <p14:tracePt t="19583" x="7777163" y="2205038"/>
          <p14:tracePt t="19590" x="7758113" y="2190750"/>
          <p14:tracePt t="19598" x="7743825" y="2181225"/>
          <p14:tracePt t="19611" x="7710488" y="2162175"/>
          <p14:tracePt t="19618" x="7681913" y="2147888"/>
          <p14:tracePt t="19625" x="7667625" y="2147888"/>
          <p14:tracePt t="19631" x="7639050" y="2133600"/>
          <p14:tracePt t="19639" x="7615238" y="2128838"/>
          <p14:tracePt t="19646" x="7586663" y="2114550"/>
          <p14:tracePt t="19652" x="7572375" y="2114550"/>
          <p14:tracePt t="19653" x="7558088" y="2114550"/>
          <p14:tracePt t="19660" x="7534275" y="2109788"/>
          <p14:tracePt t="19666" x="7500938" y="2100263"/>
          <p14:tracePt t="19673" x="7453313" y="2095500"/>
          <p14:tracePt t="19683" x="7410450" y="2090738"/>
          <p14:tracePt t="19687" x="7386638" y="2090738"/>
          <p14:tracePt t="19694" x="7339013" y="2081213"/>
          <p14:tracePt t="19701" x="7315200" y="2081213"/>
          <p14:tracePt t="19708" x="7267575" y="2071688"/>
          <p14:tracePt t="19716" x="7215188" y="2066925"/>
          <p14:tracePt t="19722" x="7172325" y="2066925"/>
          <p14:tracePt t="19730" x="7129463" y="2062163"/>
          <p14:tracePt t="19736" x="7096125" y="2062163"/>
          <p14:tracePt t="19743" x="7048500" y="2062163"/>
          <p14:tracePt t="19749" x="6996113" y="2062163"/>
          <p14:tracePt t="19756" x="6972300" y="2062163"/>
          <p14:tracePt t="19763" x="6934200" y="2062163"/>
          <p14:tracePt t="19770" x="6886575" y="2062163"/>
          <p14:tracePt t="19779" x="6853238" y="2062163"/>
          <p14:tracePt t="19785" x="6824663" y="2062163"/>
          <p14:tracePt t="19792" x="6805613" y="2062163"/>
          <p14:tracePt t="19800" x="6772275" y="2071688"/>
          <p14:tracePt t="19805" x="6729413" y="2081213"/>
          <p14:tracePt t="19812" x="6715125" y="2085975"/>
          <p14:tracePt t="19814" x="6696075" y="2090738"/>
          <p14:tracePt t="19820" x="6672263" y="2095500"/>
          <p14:tracePt t="19827" x="6638925" y="2105025"/>
          <p14:tracePt t="19833" x="6615113" y="2114550"/>
          <p14:tracePt t="19840" x="6591300" y="2124075"/>
          <p14:tracePt t="19847" x="6562725" y="2138363"/>
          <p14:tracePt t="19854" x="6538913" y="2152650"/>
          <p14:tracePt t="19861" x="6510338" y="2162175"/>
          <p14:tracePt t="19867" x="6500813" y="2171700"/>
          <p14:tracePt t="19874" x="6477000" y="2181225"/>
          <p14:tracePt t="19882" x="6457950" y="2190750"/>
          <p14:tracePt t="19889" x="6438900" y="2200275"/>
          <p14:tracePt t="19895" x="6419850" y="2214563"/>
          <p14:tracePt t="19902" x="6400800" y="2228850"/>
          <p14:tracePt t="19910" x="6381750" y="2243138"/>
          <p14:tracePt t="19916" x="6376988" y="2247900"/>
          <p14:tracePt t="19923" x="6372225" y="2266950"/>
          <p14:tracePt t="19932" x="6362700" y="2281238"/>
          <p14:tracePt t="19937" x="6357938" y="2295525"/>
          <p14:tracePt t="19945" x="6357938" y="2305050"/>
          <p14:tracePt t="19946" x="6357938" y="2314575"/>
          <p14:tracePt t="19951" x="6357938" y="2319338"/>
          <p14:tracePt t="19959" x="6357938" y="2338388"/>
          <p14:tracePt t="19966" x="6357938" y="2352675"/>
          <p14:tracePt t="19974" x="6357938" y="2371725"/>
          <p14:tracePt t="19978" x="6362700" y="2376488"/>
          <p14:tracePt t="19986" x="6362700" y="2390775"/>
          <p14:tracePt t="19993" x="6376988" y="2400300"/>
          <p14:tracePt t="19999" x="6376988" y="2409825"/>
          <p14:tracePt t="20006" x="6386513" y="2424113"/>
          <p14:tracePt t="20016" x="6396038" y="2433638"/>
          <p14:tracePt t="20017" x="6396038" y="2438400"/>
          <p14:tracePt t="20022" x="6405563" y="2443163"/>
          <p14:tracePt t="20028" x="6410325" y="2447925"/>
          <p14:tracePt t="20034" x="6424613" y="2457450"/>
          <p14:tracePt t="20042" x="6448425" y="2471738"/>
          <p14:tracePt t="20048" x="6457950" y="2476500"/>
          <p14:tracePt t="20055" x="6486525" y="2490788"/>
          <p14:tracePt t="20063" x="6515100" y="2500313"/>
          <p14:tracePt t="20069" x="6529388" y="2505075"/>
          <p14:tracePt t="20076" x="6567488" y="2514600"/>
          <p14:tracePt t="20090" x="6657975" y="2528888"/>
          <p14:tracePt t="20097" x="6686550" y="2533650"/>
          <p14:tracePt t="20104" x="6738938" y="2538413"/>
          <p14:tracePt t="20111" x="6786563" y="2543175"/>
          <p14:tracePt t="20119" x="6843713" y="2543175"/>
          <p14:tracePt t="20125" x="6881813" y="2543175"/>
          <p14:tracePt t="20131" x="6915150" y="2543175"/>
          <p14:tracePt t="20138" x="6967538" y="2543175"/>
          <p14:tracePt t="20147" x="7024688" y="2543175"/>
          <p14:tracePt t="20150" x="7053263" y="2543175"/>
          <p14:tracePt t="20154" x="7091363" y="2543175"/>
          <p14:tracePt t="20159" x="7115175" y="2543175"/>
          <p14:tracePt t="20166" x="7162800" y="2533650"/>
          <p14:tracePt t="20174" x="7210425" y="2528888"/>
          <p14:tracePt t="20182" x="7253288" y="2519363"/>
          <p14:tracePt t="20188" x="7272338" y="2514600"/>
          <p14:tracePt t="20196" x="7300913" y="2505075"/>
          <p14:tracePt t="20201" x="7339013" y="2490788"/>
          <p14:tracePt t="20208" x="7358063" y="2481263"/>
          <p14:tracePt t="20209" x="7372350" y="2476500"/>
          <p14:tracePt t="20215" x="7381875" y="2466975"/>
          <p14:tracePt t="20222" x="7415213" y="2447925"/>
          <p14:tracePt t="20229" x="7453313" y="2428875"/>
          <p14:tracePt t="20236" x="7467600" y="2409825"/>
          <p14:tracePt t="20237" x="7486650" y="2400300"/>
          <p14:tracePt t="20244" x="7500938" y="2395538"/>
          <p14:tracePt t="20251" x="7534275" y="2366963"/>
          <p14:tracePt t="20256" x="7543800" y="2362200"/>
          <p14:tracePt t="20263" x="7572375" y="2343150"/>
          <p14:tracePt t="20270" x="7596188" y="2319338"/>
          <p14:tracePt t="20278" x="7605713" y="2305050"/>
          <p14:tracePt t="20284" x="7615238" y="2286000"/>
          <p14:tracePt t="20300" x="7639050" y="2243138"/>
          <p14:tracePt t="20305" x="7648575" y="2219325"/>
          <p14:tracePt t="20312" x="7648575" y="2214563"/>
          <p14:tracePt t="20319" x="7653338" y="2195513"/>
          <p14:tracePt t="20326" x="7653338" y="2171700"/>
          <p14:tracePt t="20334" x="7653338" y="2157413"/>
          <p14:tracePt t="20341" x="7643813" y="2133600"/>
          <p14:tracePt t="20347" x="7639050" y="2124075"/>
          <p14:tracePt t="20354" x="7620000" y="2109788"/>
          <p14:tracePt t="20360" x="7615238" y="2105025"/>
          <p14:tracePt t="20367" x="7586663" y="2085975"/>
          <p14:tracePt t="20375" x="7558088" y="2066925"/>
          <p14:tracePt t="20382" x="7524750" y="2057400"/>
          <p14:tracePt t="20388" x="7505700" y="2047875"/>
          <p14:tracePt t="20395" x="7462838" y="2038350"/>
          <p14:tracePt t="20402" x="7419975" y="2024063"/>
          <p14:tracePt t="20409" x="7372350" y="2014538"/>
          <p14:tracePt t="20416" x="7343775" y="2009775"/>
          <p14:tracePt t="20424" x="7305675" y="2005013"/>
          <p14:tracePt t="20432" x="7258050" y="2000250"/>
          <p14:tracePt t="20438" x="7205663" y="1995488"/>
          <p14:tracePt t="20445" x="7158038" y="1995488"/>
          <p14:tracePt t="20451" x="7134225" y="1995488"/>
          <p14:tracePt t="20458" x="7086600" y="1995488"/>
          <p14:tracePt t="20466" x="7043738" y="1995488"/>
          <p14:tracePt t="20472" x="7024688" y="1995488"/>
          <p14:tracePt t="20479" x="6977063" y="1995488"/>
          <p14:tracePt t="20486" x="6929438" y="2000250"/>
          <p14:tracePt t="20493" x="6891338" y="2000250"/>
          <p14:tracePt t="20499" x="6877050" y="2005013"/>
          <p14:tracePt t="20506" x="6834188" y="2014538"/>
          <p14:tracePt t="20514" x="6805613" y="2019300"/>
          <p14:tracePt t="20522" x="6781800" y="2024063"/>
          <p14:tracePt t="20529" x="6757988" y="2028825"/>
          <p14:tracePt t="20534" x="6738938" y="2038350"/>
          <p14:tracePt t="20542" x="6719888" y="2047875"/>
          <p14:tracePt t="20548" x="6705600" y="2047875"/>
          <p14:tracePt t="20555" x="6686550" y="2062163"/>
          <p14:tracePt t="20562" x="6662738" y="2076450"/>
          <p14:tracePt t="20569" x="6653213" y="2076450"/>
          <p14:tracePt t="20570" x="6638925" y="2090738"/>
          <p14:tracePt t="20576" x="6629400" y="2095500"/>
          <p14:tracePt t="20583" x="6600825" y="2114550"/>
          <p14:tracePt t="20586" x="6591300" y="2128838"/>
          <p14:tracePt t="20590" x="6577013" y="2133600"/>
          <p14:tracePt t="20596" x="6557963" y="2147888"/>
          <p14:tracePt t="20603" x="6538913" y="2166938"/>
          <p14:tracePt t="20613" x="6515100" y="2181225"/>
          <p14:tracePt t="20618" x="6496050" y="2195513"/>
          <p14:tracePt t="20624" x="6491288" y="2205038"/>
          <p14:tracePt t="20631" x="6477000" y="2219325"/>
          <p14:tracePt t="20638" x="6462713" y="2233613"/>
          <p14:tracePt t="20646" x="6453188" y="2243138"/>
          <p14:tracePt t="20652" x="6453188" y="2252663"/>
          <p14:tracePt t="20659" x="6443663" y="2266950"/>
          <p14:tracePt t="20666" x="6438900" y="2286000"/>
          <p14:tracePt t="20673" x="6438900" y="2290763"/>
          <p14:tracePt t="20681" x="6438900" y="2300288"/>
          <p14:tracePt t="20683" x="6438900" y="2305050"/>
          <p14:tracePt t="20695" x="6438900" y="2319338"/>
          <p14:tracePt t="20701" x="6443663" y="2328863"/>
          <p14:tracePt t="20708" x="6453188" y="2333625"/>
          <p14:tracePt t="20709" x="6453188" y="2343150"/>
          <p14:tracePt t="20715" x="6462713" y="2347913"/>
          <p14:tracePt t="20721" x="6477000" y="2362200"/>
          <p14:tracePt t="20729" x="6500813" y="2381250"/>
          <p14:tracePt t="20735" x="6510338" y="2386013"/>
          <p14:tracePt t="20743" x="6538913" y="2409825"/>
          <p14:tracePt t="20751" x="6577013" y="2433638"/>
          <p14:tracePt t="20756" x="6596063" y="2447925"/>
          <p14:tracePt t="20763" x="6638925" y="2466975"/>
          <p14:tracePt t="20770" x="6681788" y="2486025"/>
          <p14:tracePt t="20780" x="6743700" y="2505075"/>
          <p14:tracePt t="20785" x="6805613" y="2524125"/>
          <p14:tracePt t="20791" x="6838950" y="2533650"/>
          <p14:tracePt t="20798" x="6910388" y="2543175"/>
          <p14:tracePt t="20805" x="6991350" y="2552700"/>
          <p14:tracePt t="20812" x="7019925" y="2552700"/>
          <p14:tracePt t="20815" x="7058025" y="2557463"/>
          <p14:tracePt t="20819" x="7091363" y="2557463"/>
          <p14:tracePt t="20825" x="7162800" y="2557463"/>
          <p14:tracePt t="20834" x="7243763" y="2538413"/>
          <p14:tracePt t="20840" x="7277100" y="2528888"/>
          <p14:tracePt t="20847" x="7353300" y="2500313"/>
          <p14:tracePt t="20854" x="7439025" y="2471738"/>
          <p14:tracePt t="20861" x="7472363" y="2457450"/>
          <p14:tracePt t="20867" x="7539038" y="2433638"/>
          <p14:tracePt t="20875" x="7624763" y="2405063"/>
          <p14:tracePt t="20876" x="0" y="0"/>
        </p14:tracePtLst>
        <p14:tracePtLst>
          <p14:tracePt t="38174" x="7943850" y="1928813"/>
          <p14:tracePt t="38177" x="7943850" y="1924050"/>
          <p14:tracePt t="38182" x="7934325" y="1919288"/>
          <p14:tracePt t="38187" x="7929563" y="1914525"/>
          <p14:tracePt t="38194" x="7915275" y="1900238"/>
          <p14:tracePt t="38202" x="7891463" y="1881188"/>
          <p14:tracePt t="38208" x="7877175" y="1871663"/>
          <p14:tracePt t="38214" x="7853363" y="1857375"/>
          <p14:tracePt t="38222" x="7810500" y="1838325"/>
          <p14:tracePt t="38229" x="7791450" y="1833563"/>
          <p14:tracePt t="38237" x="7705725" y="1804988"/>
          <p14:tracePt t="38242" x="7667625" y="1800225"/>
          <p14:tracePt t="38249" x="7600950" y="1781175"/>
          <p14:tracePt t="38257" x="7562850" y="1776413"/>
          <p14:tracePt t="38257" x="7515225" y="1766888"/>
          <p14:tracePt t="38264" x="7467600" y="1757363"/>
          <p14:tracePt t="38270" x="7377113" y="1743075"/>
          <p14:tracePt t="38277" x="7277100" y="1724025"/>
          <p14:tracePt t="38284" x="7229475" y="1719263"/>
          <p14:tracePt t="38291" x="7115175" y="1709738"/>
          <p14:tracePt t="38298" x="7015163" y="1700213"/>
          <p14:tracePt t="38306" x="6915150" y="1700213"/>
          <p14:tracePt t="38312" x="6848475" y="1695450"/>
          <p14:tracePt t="38313" x="6800850" y="1695450"/>
          <p14:tracePt t="38320" x="6753225" y="1695450"/>
          <p14:tracePt t="38326" x="6653213" y="1700213"/>
          <p14:tracePt t="38333" x="6615113" y="1704975"/>
          <p14:tracePt t="38334" x="6567488" y="1709738"/>
          <p14:tracePt t="38340" x="6524625" y="1714500"/>
          <p14:tracePt t="38346" x="6453188" y="1728788"/>
          <p14:tracePt t="38355" x="6396038" y="1747838"/>
          <p14:tracePt t="38361" x="6329363" y="1766888"/>
          <p14:tracePt t="38368" x="6300788" y="1776413"/>
          <p14:tracePt t="38375" x="6253163" y="1800225"/>
          <p14:tracePt t="38382" x="6215063" y="1819275"/>
          <p14:tracePt t="38388" x="6181725" y="1838325"/>
          <p14:tracePt t="38395" x="6138863" y="1866900"/>
          <p14:tracePt t="38402" x="6100763" y="1895475"/>
          <p14:tracePt t="38409" x="6067425" y="1928813"/>
          <p14:tracePt t="38416" x="6048375" y="1957388"/>
          <p14:tracePt t="38417" x="6029325" y="1976438"/>
          <p14:tracePt t="38423" x="6019800" y="1990725"/>
          <p14:tracePt t="38430" x="5995988" y="2028825"/>
          <p14:tracePt t="38438" x="5986463" y="2071688"/>
          <p14:tracePt t="38444" x="5986463" y="2090738"/>
          <p14:tracePt t="38451" x="5991225" y="2157413"/>
          <p14:tracePt t="38459" x="6015038" y="2214563"/>
          <p14:tracePt t="38465" x="6034088" y="2247900"/>
          <p14:tracePt t="38471" x="6086475" y="2324100"/>
          <p14:tracePt t="38479" x="6172200" y="2414588"/>
          <p14:tracePt t="38486" x="6276975" y="2495550"/>
          <p14:tracePt t="38494" x="6419850" y="2595563"/>
          <p14:tracePt t="38500" x="6510338" y="2652713"/>
          <p14:tracePt t="38507" x="6672263" y="2733675"/>
          <p14:tracePt t="38514" x="6877050" y="2819400"/>
          <p14:tracePt t="38521" x="6972300" y="2862263"/>
          <p14:tracePt t="38521" x="7038975" y="2881313"/>
          <p14:tracePt t="38528" x="7181850" y="2924175"/>
          <p14:tracePt t="38534" x="7381875" y="2962275"/>
          <p14:tracePt t="38541" x="7567613" y="2995613"/>
          <p14:tracePt t="38548" x="7715250" y="3009900"/>
          <p14:tracePt t="38555" x="7967663" y="3019425"/>
          <p14:tracePt t="38562" x="8215313" y="3014663"/>
          <p14:tracePt t="38570" x="8420100" y="2986088"/>
          <p14:tracePt t="38576" x="8558213" y="2962275"/>
          <p14:tracePt t="38583" x="8796338" y="2919413"/>
          <p14:tracePt t="38592" x="9067800" y="2852738"/>
          <p14:tracePt t="38597" x="9172575" y="2814638"/>
          <p14:tracePt t="38607" x="9558338" y="2676525"/>
          <p14:tracePt t="38611" x="9667875" y="2628900"/>
          <p14:tracePt t="38618" x="9839325" y="2547938"/>
          <p14:tracePt t="38625" x="10048875" y="2443163"/>
          <p14:tracePt t="38632" x="10101263" y="2414588"/>
          <p14:tracePt t="38639" x="10225088" y="2333625"/>
          <p14:tracePt t="38645" x="10306050" y="2281238"/>
          <p14:tracePt t="38652" x="10344150" y="2247900"/>
          <p14:tracePt t="38653" x="10372725" y="2219325"/>
          <p14:tracePt t="38659" x="10391775" y="2200275"/>
          <p14:tracePt t="38666" x="10410825" y="2152650"/>
          <p14:tracePt t="38675" x="10415588" y="2100263"/>
          <p14:tracePt t="38680" x="10415588" y="2085975"/>
          <p14:tracePt t="38687" x="10401300" y="2038350"/>
          <p14:tracePt t="38694" x="10358438" y="1981200"/>
          <p14:tracePt t="38702" x="10277475" y="1905000"/>
          <p14:tracePt t="38708" x="10239375" y="1871663"/>
          <p14:tracePt t="38715" x="10120313" y="1800225"/>
          <p14:tracePt t="38722" x="9963150" y="1719263"/>
          <p14:tracePt t="38729" x="9848850" y="1671638"/>
          <p14:tracePt t="38736" x="9625013" y="1600200"/>
          <p14:tracePt t="38738" x="9472613" y="1562100"/>
          <p14:tracePt t="38743" x="9344025" y="1528763"/>
          <p14:tracePt t="38750" x="9015413" y="1457325"/>
          <p14:tracePt t="38757" x="8815388" y="1428750"/>
          <p14:tracePt t="38757" x="8662988" y="1404938"/>
          <p14:tracePt t="38763" x="8467725" y="1390650"/>
          <p14:tracePt t="38770" x="8043863" y="1352550"/>
          <p14:tracePt t="38777" x="7705725" y="1347788"/>
          <p14:tracePt t="38784" x="7510463" y="1347788"/>
          <p14:tracePt t="38791" x="7172325" y="1347788"/>
          <p14:tracePt t="38799" x="6772275" y="1400175"/>
          <p14:tracePt t="38806" x="6434138" y="1457325"/>
          <p14:tracePt t="38812" x="6296025" y="1490663"/>
          <p14:tracePt t="38819" x="5957888" y="1590675"/>
          <p14:tracePt t="38826" x="5681663" y="1695450"/>
          <p14:tracePt t="38833" x="5434013" y="1809750"/>
          <p14:tracePt t="38840" x="5343525" y="1866900"/>
          <p14:tracePt t="38847" x="5124450" y="2000250"/>
          <p14:tracePt t="38855" x="4976813" y="2128838"/>
          <p14:tracePt t="38861" x="4886325" y="2224088"/>
          <p14:tracePt t="38868" x="4852988" y="2286000"/>
          <p14:tracePt t="38875" x="4829175" y="2371725"/>
          <p14:tracePt t="38882" x="4824413" y="2486025"/>
          <p14:tracePt t="38888" x="4824413" y="2538413"/>
          <p14:tracePt t="38895" x="4862513" y="2628900"/>
          <p14:tracePt t="38903" x="4929188" y="2733675"/>
          <p14:tracePt t="38909" x="5019675" y="2828925"/>
          <p14:tracePt t="38916" x="5057775" y="2867025"/>
          <p14:tracePt t="38925" x="5176838" y="2952750"/>
          <p14:tracePt t="38930" x="5329238" y="3028950"/>
          <p14:tracePt t="38937" x="5400675" y="3062288"/>
          <p14:tracePt t="38938" x="5491163" y="3090863"/>
          <p14:tracePt t="38945" x="5553075" y="3105150"/>
          <p14:tracePt t="38951" x="5738813" y="3143250"/>
          <p14:tracePt t="38958" x="5962650" y="3152775"/>
          <p14:tracePt t="38965" x="6034088" y="3152775"/>
          <p14:tracePt t="38966" x="6148388" y="3148013"/>
          <p14:tracePt t="38972" x="6281738" y="3133725"/>
          <p14:tracePt t="38979" x="6477000" y="3109913"/>
          <p14:tracePt t="38986" x="6767513" y="3052763"/>
          <p14:tracePt t="38993" x="6881813" y="3024188"/>
          <p14:tracePt t="39000" x="7181850" y="2943225"/>
          <p14:tracePt t="39007" x="7453313" y="2847975"/>
          <p14:tracePt t="39013" x="7748588" y="2733675"/>
          <p14:tracePt t="39020" x="7881938" y="2676525"/>
          <p14:tracePt t="39022" x="7981950" y="2628900"/>
          <p14:tracePt t="39027" x="8091488" y="2576513"/>
          <p14:tracePt t="39034" x="8334375" y="2438400"/>
          <p14:tracePt t="39042" x="8510588" y="2328863"/>
          <p14:tracePt t="39048" x="8591550" y="2276475"/>
          <p14:tracePt t="39055" x="8686800" y="2200275"/>
          <p14:tracePt t="39057" x="8743950" y="2157413"/>
          <p14:tracePt t="39063" x="8777288" y="2114550"/>
          <p14:tracePt t="39071" x="8839200" y="2038350"/>
          <p14:tracePt t="39076" x="8858250" y="2000250"/>
          <p14:tracePt t="39077" x="8867775" y="1971675"/>
          <p14:tracePt t="39083" x="8872538" y="1938338"/>
          <p14:tracePt t="39091" x="8872538" y="1881188"/>
          <p14:tracePt t="39097" x="8839200" y="1819275"/>
          <p14:tracePt t="39104" x="8815388" y="1781175"/>
          <p14:tracePt t="39106" x="8786813" y="1752600"/>
          <p14:tracePt t="39111" x="8748713" y="1709738"/>
          <p14:tracePt t="39118" x="8662988" y="1647825"/>
          <p14:tracePt t="39126" x="8553450" y="1585913"/>
          <p14:tracePt t="39131" x="8501063" y="1557338"/>
          <p14:tracePt t="39139" x="8382000" y="1504950"/>
          <p14:tracePt t="39146" x="8234363" y="1447800"/>
          <p14:tracePt t="39154" x="8110538" y="1419225"/>
          <p14:tracePt t="39159" x="8053388" y="1400175"/>
          <p14:tracePt t="39166" x="7910513" y="1381125"/>
          <p14:tracePt t="39174" x="7791450" y="1366838"/>
          <p14:tracePt t="39180" x="7724775" y="1362075"/>
          <p14:tracePt t="39187" x="7605713" y="1362075"/>
          <p14:tracePt t="39194" x="7472363" y="1371600"/>
          <p14:tracePt t="39201" x="7362825" y="1385888"/>
          <p14:tracePt t="39208" x="7291388" y="1409700"/>
          <p14:tracePt t="39215" x="7191375" y="1443038"/>
          <p14:tracePt t="39222" x="7096125" y="1490663"/>
          <p14:tracePt t="39228" x="7043738" y="1519238"/>
          <p14:tracePt t="39229" x="7000875" y="1552575"/>
          <p14:tracePt t="39237" x="6948488" y="1590675"/>
          <p14:tracePt t="39238" x="6905625" y="1628775"/>
          <p14:tracePt t="39243" x="6872288" y="1671638"/>
          <p14:tracePt t="39250" x="6805613" y="1752600"/>
          <p14:tracePt t="39256" x="6772275" y="1800225"/>
          <p14:tracePt t="39264" x="6710363" y="1900238"/>
          <p14:tracePt t="39270" x="6662738" y="2000250"/>
          <p14:tracePt t="39278" x="6629400" y="2109788"/>
          <p14:tracePt t="39284" x="6624638" y="2152650"/>
          <p14:tracePt t="39291" x="6624638" y="2257425"/>
          <p14:tracePt t="39299" x="6657975" y="2352675"/>
          <p14:tracePt t="39306" x="6719888" y="2462213"/>
          <p14:tracePt t="39312" x="6767513" y="2519363"/>
          <p14:tracePt t="39319" x="6872288" y="2638425"/>
          <p14:tracePt t="39326" x="6986588" y="2738438"/>
          <p14:tracePt t="39334" x="7129463" y="2833688"/>
          <p14:tracePt t="39343" x="7310438" y="2914650"/>
          <p14:tracePt t="39348" x="7415213" y="2947988"/>
          <p14:tracePt t="39355" x="7615238" y="2981325"/>
          <p14:tracePt t="39361" x="7724775" y="2995613"/>
          <p14:tracePt t="39367" x="7905750" y="2995613"/>
          <p14:tracePt t="39375" x="8158163" y="2986088"/>
          <p14:tracePt t="39382" x="8396288" y="2943225"/>
          <p14:tracePt t="39388" x="8510588" y="2914650"/>
          <p14:tracePt t="39395" x="8743950" y="2847975"/>
          <p14:tracePt t="39403" x="9005888" y="2762250"/>
          <p14:tracePt t="39410" x="9234488" y="2671763"/>
          <p14:tracePt t="39416" x="9296400" y="2647950"/>
          <p14:tracePt t="39424" x="9463088" y="2557463"/>
          <p14:tracePt t="39430" x="9601200" y="2481263"/>
          <p14:tracePt t="39441" x="9686925" y="2414588"/>
          <p14:tracePt t="39442" x="9715500" y="2386013"/>
          <p14:tracePt t="39445" x="9734550" y="2357438"/>
          <p14:tracePt t="39451" x="9748838" y="2338388"/>
          <p14:tracePt t="39459" x="9748838" y="2300288"/>
          <p14:tracePt t="39465" x="9748838" y="2271713"/>
          <p14:tracePt t="39472" x="9744075" y="2247900"/>
          <p14:tracePt t="39479" x="9725025" y="2224088"/>
          <p14:tracePt t="39480" x="0" y="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046D6-EFDD-FF0F-B94A-EA0ADC869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53431E-E3A4-7D63-CB7A-00C81B7BD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Methodiek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D582EBA-48FC-E352-8177-88974BFE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9</a:t>
            </a:fld>
            <a:endParaRPr lang="nl-NL" noProof="0" dirty="0"/>
          </a:p>
        </p:txBody>
      </p:sp>
      <p:sp>
        <p:nvSpPr>
          <p:cNvPr id="1029" name="Ondertitel 2">
            <a:extLst>
              <a:ext uri="{FF2B5EF4-FFF2-40B4-BE49-F238E27FC236}">
                <a16:creationId xmlns:a16="http://schemas.microsoft.com/office/drawing/2014/main" id="{6A8EA4DE-2D09-8002-9861-54D862ABD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4635989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Spel theoretisch &amp; Risico bewust</a:t>
            </a:r>
          </a:p>
          <a:p>
            <a:pPr lvl="1" algn="l"/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1.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Proportional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risk split</a:t>
            </a:r>
          </a:p>
          <a:p>
            <a:pPr lvl="1" algn="l"/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2.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Lidbetter</a:t>
            </a:r>
            <a:endParaRPr lang="nl-NL" sz="16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  <a:p>
            <a:pPr lvl="1" algn="l"/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3. Weighted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qa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subset sampling</a:t>
            </a:r>
          </a:p>
        </p:txBody>
      </p:sp>
      <p:sp>
        <p:nvSpPr>
          <p:cNvPr id="1030" name="Titel 1">
            <a:extLst>
              <a:ext uri="{FF2B5EF4-FFF2-40B4-BE49-F238E27FC236}">
                <a16:creationId xmlns:a16="http://schemas.microsoft.com/office/drawing/2014/main" id="{B3E9D7AF-4D71-9BFB-D787-74D40A276DD4}"/>
              </a:ext>
            </a:extLst>
          </p:cNvPr>
          <p:cNvSpPr txBox="1">
            <a:spLocks/>
          </p:cNvSpPr>
          <p:nvPr/>
        </p:nvSpPr>
        <p:spPr>
          <a:xfrm>
            <a:off x="1245123" y="1141008"/>
            <a:ext cx="3142048" cy="5342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Zoek strategieën</a:t>
            </a:r>
          </a:p>
        </p:txBody>
      </p:sp>
      <p:sp>
        <p:nvSpPr>
          <p:cNvPr id="1031" name="Ondertitel 2">
            <a:extLst>
              <a:ext uri="{FF2B5EF4-FFF2-40B4-BE49-F238E27FC236}">
                <a16:creationId xmlns:a16="http://schemas.microsoft.com/office/drawing/2014/main" id="{FEDEC1BD-B0D1-31FB-BA1C-4265D6324864}"/>
              </a:ext>
            </a:extLst>
          </p:cNvPr>
          <p:cNvSpPr txBox="1">
            <a:spLocks/>
          </p:cNvSpPr>
          <p:nvPr/>
        </p:nvSpPr>
        <p:spPr>
          <a:xfrm>
            <a:off x="1334242" y="3188723"/>
            <a:ext cx="4400733" cy="534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Met communicatie</a:t>
            </a:r>
          </a:p>
          <a:p>
            <a:pPr lvl="1" algn="l"/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4.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Dynamic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task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queue</a:t>
            </a:r>
          </a:p>
          <a:p>
            <a:pPr lvl="1" algn="l"/>
            <a:endParaRPr lang="nl-NL" sz="12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357014B5-02F0-4496-0B8E-CA5043395D9E}"/>
              </a:ext>
            </a:extLst>
          </p:cNvPr>
          <p:cNvSpPr txBox="1"/>
          <p:nvPr/>
        </p:nvSpPr>
        <p:spPr>
          <a:xfrm>
            <a:off x="9997440" y="3316087"/>
            <a:ext cx="23661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To</a:t>
            </a:r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search:</a:t>
            </a:r>
          </a:p>
          <a:p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[A , C , D , E ]</a:t>
            </a:r>
          </a:p>
          <a:p>
            <a:r>
              <a:rPr lang="nl-NL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Searched</a:t>
            </a:r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:</a:t>
            </a:r>
          </a:p>
          <a:p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[ B ]</a:t>
            </a:r>
          </a:p>
        </p:txBody>
      </p:sp>
      <p:grpSp>
        <p:nvGrpSpPr>
          <p:cNvPr id="1040" name="Groep 1039">
            <a:extLst>
              <a:ext uri="{FF2B5EF4-FFF2-40B4-BE49-F238E27FC236}">
                <a16:creationId xmlns:a16="http://schemas.microsoft.com/office/drawing/2014/main" id="{F6E5AB9E-5F03-B959-E28C-9D8237EFD288}"/>
              </a:ext>
            </a:extLst>
          </p:cNvPr>
          <p:cNvGrpSpPr/>
          <p:nvPr/>
        </p:nvGrpSpPr>
        <p:grpSpPr>
          <a:xfrm>
            <a:off x="6553200" y="2338583"/>
            <a:ext cx="5111750" cy="3223588"/>
            <a:chOff x="6553200" y="2338583"/>
            <a:chExt cx="5111750" cy="3223588"/>
          </a:xfrm>
        </p:grpSpPr>
        <p:sp>
          <p:nvSpPr>
            <p:cNvPr id="4" name="Tekstvak 3">
              <a:extLst>
                <a:ext uri="{FF2B5EF4-FFF2-40B4-BE49-F238E27FC236}">
                  <a16:creationId xmlns:a16="http://schemas.microsoft.com/office/drawing/2014/main" id="{F8F1F86C-02DA-A490-AE1C-344E007C8579}"/>
                </a:ext>
              </a:extLst>
            </p:cNvPr>
            <p:cNvSpPr txBox="1"/>
            <p:nvPr/>
          </p:nvSpPr>
          <p:spPr>
            <a:xfrm>
              <a:off x="6789662" y="2338583"/>
              <a:ext cx="2366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 err="1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Dynamic</a:t>
              </a:r>
              <a:r>
                <a:rPr lang="nl-NL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 </a:t>
              </a:r>
              <a:r>
                <a:rPr lang="nl-NL" dirty="0" err="1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task</a:t>
              </a:r>
              <a:r>
                <a:rPr lang="nl-NL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 queue</a:t>
              </a:r>
            </a:p>
          </p:txBody>
        </p:sp>
        <p:grpSp>
          <p:nvGrpSpPr>
            <p:cNvPr id="6" name="Groep 5">
              <a:extLst>
                <a:ext uri="{FF2B5EF4-FFF2-40B4-BE49-F238E27FC236}">
                  <a16:creationId xmlns:a16="http://schemas.microsoft.com/office/drawing/2014/main" id="{F32ED989-9780-C2C6-D144-99B5419881D4}"/>
                </a:ext>
              </a:extLst>
            </p:cNvPr>
            <p:cNvGrpSpPr/>
            <p:nvPr/>
          </p:nvGrpSpPr>
          <p:grpSpPr>
            <a:xfrm>
              <a:off x="6553200" y="2822319"/>
              <a:ext cx="2743200" cy="2739852"/>
              <a:chOff x="8207125" y="2734255"/>
              <a:chExt cx="3396345" cy="3392199"/>
            </a:xfrm>
          </p:grpSpPr>
          <p:sp>
            <p:nvSpPr>
              <p:cNvPr id="26" name="Rechthoek 25">
                <a:extLst>
                  <a:ext uri="{FF2B5EF4-FFF2-40B4-BE49-F238E27FC236}">
                    <a16:creationId xmlns:a16="http://schemas.microsoft.com/office/drawing/2014/main" id="{2EAD1519-693B-9C61-BC05-75C8D7DF9138}"/>
                  </a:ext>
                </a:extLst>
              </p:cNvPr>
              <p:cNvSpPr/>
              <p:nvPr/>
            </p:nvSpPr>
            <p:spPr>
              <a:xfrm>
                <a:off x="8207125" y="2734255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27" name="Rechthoek 26">
                <a:extLst>
                  <a:ext uri="{FF2B5EF4-FFF2-40B4-BE49-F238E27FC236}">
                    <a16:creationId xmlns:a16="http://schemas.microsoft.com/office/drawing/2014/main" id="{9845789B-0377-CA99-D440-4863ED9729A1}"/>
                  </a:ext>
                </a:extLst>
              </p:cNvPr>
              <p:cNvSpPr/>
              <p:nvPr/>
            </p:nvSpPr>
            <p:spPr>
              <a:xfrm>
                <a:off x="8886394" y="2734255"/>
                <a:ext cx="679269" cy="679269"/>
              </a:xfrm>
              <a:prstGeom prst="rect">
                <a:avLst/>
              </a:prstGeom>
              <a:solidFill>
                <a:srgbClr val="FFB39B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28" name="Rechthoek 27">
                <a:extLst>
                  <a:ext uri="{FF2B5EF4-FFF2-40B4-BE49-F238E27FC236}">
                    <a16:creationId xmlns:a16="http://schemas.microsoft.com/office/drawing/2014/main" id="{7EC4B6A5-74DF-87CB-4828-3A6A63BF2382}"/>
                  </a:ext>
                </a:extLst>
              </p:cNvPr>
              <p:cNvSpPr/>
              <p:nvPr/>
            </p:nvSpPr>
            <p:spPr>
              <a:xfrm>
                <a:off x="9565663" y="2734255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29" name="Rechthoek 28">
                <a:extLst>
                  <a:ext uri="{FF2B5EF4-FFF2-40B4-BE49-F238E27FC236}">
                    <a16:creationId xmlns:a16="http://schemas.microsoft.com/office/drawing/2014/main" id="{AB4B8576-FE9A-4B30-141A-239D288A593C}"/>
                  </a:ext>
                </a:extLst>
              </p:cNvPr>
              <p:cNvSpPr/>
              <p:nvPr/>
            </p:nvSpPr>
            <p:spPr>
              <a:xfrm>
                <a:off x="10244932" y="2734255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7BA90175-0CA5-316C-9217-CEF34AD0B531}"/>
                  </a:ext>
                </a:extLst>
              </p:cNvPr>
              <p:cNvSpPr/>
              <p:nvPr/>
            </p:nvSpPr>
            <p:spPr>
              <a:xfrm>
                <a:off x="10924201" y="2734255"/>
                <a:ext cx="679269" cy="679269"/>
              </a:xfrm>
              <a:prstGeom prst="rect">
                <a:avLst/>
              </a:prstGeom>
              <a:solidFill>
                <a:srgbClr val="FFB39B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31" name="Rechthoek 30">
                <a:extLst>
                  <a:ext uri="{FF2B5EF4-FFF2-40B4-BE49-F238E27FC236}">
                    <a16:creationId xmlns:a16="http://schemas.microsoft.com/office/drawing/2014/main" id="{95794EC7-1BCC-D790-ED09-E33F833C3626}"/>
                  </a:ext>
                </a:extLst>
              </p:cNvPr>
              <p:cNvSpPr/>
              <p:nvPr/>
            </p:nvSpPr>
            <p:spPr>
              <a:xfrm>
                <a:off x="8207125" y="3413523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32" name="Rechthoek 31">
                <a:extLst>
                  <a:ext uri="{FF2B5EF4-FFF2-40B4-BE49-F238E27FC236}">
                    <a16:creationId xmlns:a16="http://schemas.microsoft.com/office/drawing/2014/main" id="{CBB14A1A-DBB3-AE25-F854-9C0B76CC3A3D}"/>
                  </a:ext>
                </a:extLst>
              </p:cNvPr>
              <p:cNvSpPr/>
              <p:nvPr/>
            </p:nvSpPr>
            <p:spPr>
              <a:xfrm>
                <a:off x="8886394" y="3413523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33" name="Rechthoek 32">
                <a:extLst>
                  <a:ext uri="{FF2B5EF4-FFF2-40B4-BE49-F238E27FC236}">
                    <a16:creationId xmlns:a16="http://schemas.microsoft.com/office/drawing/2014/main" id="{B1C48A2C-34E4-22B8-8CDC-2F76D31CB697}"/>
                  </a:ext>
                </a:extLst>
              </p:cNvPr>
              <p:cNvSpPr/>
              <p:nvPr/>
            </p:nvSpPr>
            <p:spPr>
              <a:xfrm>
                <a:off x="9565663" y="3413523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34" name="Rechthoek 33">
                <a:extLst>
                  <a:ext uri="{FF2B5EF4-FFF2-40B4-BE49-F238E27FC236}">
                    <a16:creationId xmlns:a16="http://schemas.microsoft.com/office/drawing/2014/main" id="{1FABFC37-7A68-EDF1-6F86-F2B4797AD09C}"/>
                  </a:ext>
                </a:extLst>
              </p:cNvPr>
              <p:cNvSpPr/>
              <p:nvPr/>
            </p:nvSpPr>
            <p:spPr>
              <a:xfrm>
                <a:off x="10244932" y="3413523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35" name="Rechthoek 34">
                <a:extLst>
                  <a:ext uri="{FF2B5EF4-FFF2-40B4-BE49-F238E27FC236}">
                    <a16:creationId xmlns:a16="http://schemas.microsoft.com/office/drawing/2014/main" id="{3879BE4F-E1FC-F60F-795D-953064762E3C}"/>
                  </a:ext>
                </a:extLst>
              </p:cNvPr>
              <p:cNvSpPr/>
              <p:nvPr/>
            </p:nvSpPr>
            <p:spPr>
              <a:xfrm>
                <a:off x="10924201" y="3413523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36" name="Rechthoek 35">
                <a:extLst>
                  <a:ext uri="{FF2B5EF4-FFF2-40B4-BE49-F238E27FC236}">
                    <a16:creationId xmlns:a16="http://schemas.microsoft.com/office/drawing/2014/main" id="{986E9506-47A0-733B-DD50-B0253F4D3919}"/>
                  </a:ext>
                </a:extLst>
              </p:cNvPr>
              <p:cNvSpPr/>
              <p:nvPr/>
            </p:nvSpPr>
            <p:spPr>
              <a:xfrm>
                <a:off x="8207125" y="4092792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37" name="Rechthoek 36">
                <a:extLst>
                  <a:ext uri="{FF2B5EF4-FFF2-40B4-BE49-F238E27FC236}">
                    <a16:creationId xmlns:a16="http://schemas.microsoft.com/office/drawing/2014/main" id="{7C39A913-DE1D-8C2C-F6FB-1E1C524DA0B2}"/>
                  </a:ext>
                </a:extLst>
              </p:cNvPr>
              <p:cNvSpPr/>
              <p:nvPr/>
            </p:nvSpPr>
            <p:spPr>
              <a:xfrm>
                <a:off x="8886394" y="4092791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38" name="Rechthoek 37">
                <a:extLst>
                  <a:ext uri="{FF2B5EF4-FFF2-40B4-BE49-F238E27FC236}">
                    <a16:creationId xmlns:a16="http://schemas.microsoft.com/office/drawing/2014/main" id="{286100A2-56FA-5CDB-5A43-CE515F705FCA}"/>
                  </a:ext>
                </a:extLst>
              </p:cNvPr>
              <p:cNvSpPr/>
              <p:nvPr/>
            </p:nvSpPr>
            <p:spPr>
              <a:xfrm>
                <a:off x="9565663" y="4092792"/>
                <a:ext cx="679269" cy="679269"/>
              </a:xfrm>
              <a:prstGeom prst="rect">
                <a:avLst/>
              </a:prstGeom>
              <a:solidFill>
                <a:srgbClr val="FFB39B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39" name="Rechthoek 38">
                <a:extLst>
                  <a:ext uri="{FF2B5EF4-FFF2-40B4-BE49-F238E27FC236}">
                    <a16:creationId xmlns:a16="http://schemas.microsoft.com/office/drawing/2014/main" id="{A3475010-6704-D260-EC0C-3F9BAFB36DD5}"/>
                  </a:ext>
                </a:extLst>
              </p:cNvPr>
              <p:cNvSpPr/>
              <p:nvPr/>
            </p:nvSpPr>
            <p:spPr>
              <a:xfrm>
                <a:off x="10244932" y="4092792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0" name="Rechthoek 39">
                <a:extLst>
                  <a:ext uri="{FF2B5EF4-FFF2-40B4-BE49-F238E27FC236}">
                    <a16:creationId xmlns:a16="http://schemas.microsoft.com/office/drawing/2014/main" id="{77F7F2DD-3637-C55F-E4B2-31FC16D10AEE}"/>
                  </a:ext>
                </a:extLst>
              </p:cNvPr>
              <p:cNvSpPr/>
              <p:nvPr/>
            </p:nvSpPr>
            <p:spPr>
              <a:xfrm>
                <a:off x="10924201" y="4092792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1" name="Rechthoek 40">
                <a:extLst>
                  <a:ext uri="{FF2B5EF4-FFF2-40B4-BE49-F238E27FC236}">
                    <a16:creationId xmlns:a16="http://schemas.microsoft.com/office/drawing/2014/main" id="{340EDBB1-3D4E-4608-0924-757BBA413C3D}"/>
                  </a:ext>
                </a:extLst>
              </p:cNvPr>
              <p:cNvSpPr/>
              <p:nvPr/>
            </p:nvSpPr>
            <p:spPr>
              <a:xfrm>
                <a:off x="8207125" y="4769988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2" name="Rechthoek 41">
                <a:extLst>
                  <a:ext uri="{FF2B5EF4-FFF2-40B4-BE49-F238E27FC236}">
                    <a16:creationId xmlns:a16="http://schemas.microsoft.com/office/drawing/2014/main" id="{2F1B26EB-6350-4F53-ADCF-267A88043E59}"/>
                  </a:ext>
                </a:extLst>
              </p:cNvPr>
              <p:cNvSpPr/>
              <p:nvPr/>
            </p:nvSpPr>
            <p:spPr>
              <a:xfrm>
                <a:off x="8886394" y="4769988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3" name="Rechthoek 42">
                <a:extLst>
                  <a:ext uri="{FF2B5EF4-FFF2-40B4-BE49-F238E27FC236}">
                    <a16:creationId xmlns:a16="http://schemas.microsoft.com/office/drawing/2014/main" id="{9C6A357F-F4E1-77A8-4E7E-323BC39635A8}"/>
                  </a:ext>
                </a:extLst>
              </p:cNvPr>
              <p:cNvSpPr/>
              <p:nvPr/>
            </p:nvSpPr>
            <p:spPr>
              <a:xfrm>
                <a:off x="9565663" y="4769988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4" name="Rechthoek 43">
                <a:extLst>
                  <a:ext uri="{FF2B5EF4-FFF2-40B4-BE49-F238E27FC236}">
                    <a16:creationId xmlns:a16="http://schemas.microsoft.com/office/drawing/2014/main" id="{80A2ADF4-3641-A874-A50A-417341C18ADD}"/>
                  </a:ext>
                </a:extLst>
              </p:cNvPr>
              <p:cNvSpPr/>
              <p:nvPr/>
            </p:nvSpPr>
            <p:spPr>
              <a:xfrm>
                <a:off x="10244932" y="4769988"/>
                <a:ext cx="679269" cy="679269"/>
              </a:xfrm>
              <a:prstGeom prst="rect">
                <a:avLst/>
              </a:prstGeom>
              <a:solidFill>
                <a:srgbClr val="FF9F8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5" name="Rechthoek 44">
                <a:extLst>
                  <a:ext uri="{FF2B5EF4-FFF2-40B4-BE49-F238E27FC236}">
                    <a16:creationId xmlns:a16="http://schemas.microsoft.com/office/drawing/2014/main" id="{DA373A90-9095-72AF-5AF1-3BDAC4B2CDD0}"/>
                  </a:ext>
                </a:extLst>
              </p:cNvPr>
              <p:cNvSpPr/>
              <p:nvPr/>
            </p:nvSpPr>
            <p:spPr>
              <a:xfrm>
                <a:off x="10924201" y="4769988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6" name="Rechthoek 45">
                <a:extLst>
                  <a:ext uri="{FF2B5EF4-FFF2-40B4-BE49-F238E27FC236}">
                    <a16:creationId xmlns:a16="http://schemas.microsoft.com/office/drawing/2014/main" id="{70861076-0D73-A6F0-C6AB-E93C45FEC4FB}"/>
                  </a:ext>
                </a:extLst>
              </p:cNvPr>
              <p:cNvSpPr/>
              <p:nvPr/>
            </p:nvSpPr>
            <p:spPr>
              <a:xfrm>
                <a:off x="8207125" y="5447185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7" name="Rechthoek 46">
                <a:extLst>
                  <a:ext uri="{FF2B5EF4-FFF2-40B4-BE49-F238E27FC236}">
                    <a16:creationId xmlns:a16="http://schemas.microsoft.com/office/drawing/2014/main" id="{3CEA1FF2-A3D1-158D-552A-0FEAF9AC4338}"/>
                  </a:ext>
                </a:extLst>
              </p:cNvPr>
              <p:cNvSpPr/>
              <p:nvPr/>
            </p:nvSpPr>
            <p:spPr>
              <a:xfrm>
                <a:off x="8886394" y="5447185"/>
                <a:ext cx="679269" cy="679269"/>
              </a:xfrm>
              <a:prstGeom prst="rect">
                <a:avLst/>
              </a:prstGeom>
              <a:solidFill>
                <a:srgbClr val="FFB39B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8" name="Rechthoek 47">
                <a:extLst>
                  <a:ext uri="{FF2B5EF4-FFF2-40B4-BE49-F238E27FC236}">
                    <a16:creationId xmlns:a16="http://schemas.microsoft.com/office/drawing/2014/main" id="{AE830950-E388-8B18-BA8C-2D201044E9C1}"/>
                  </a:ext>
                </a:extLst>
              </p:cNvPr>
              <p:cNvSpPr/>
              <p:nvPr/>
            </p:nvSpPr>
            <p:spPr>
              <a:xfrm>
                <a:off x="9565663" y="5447185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49" name="Rechthoek 48">
                <a:extLst>
                  <a:ext uri="{FF2B5EF4-FFF2-40B4-BE49-F238E27FC236}">
                    <a16:creationId xmlns:a16="http://schemas.microsoft.com/office/drawing/2014/main" id="{3FF80CBC-0FF0-8A6F-AEEF-ADF00F604D7F}"/>
                  </a:ext>
                </a:extLst>
              </p:cNvPr>
              <p:cNvSpPr/>
              <p:nvPr/>
            </p:nvSpPr>
            <p:spPr>
              <a:xfrm>
                <a:off x="10244932" y="5447185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50" name="Rechthoek 49">
                <a:extLst>
                  <a:ext uri="{FF2B5EF4-FFF2-40B4-BE49-F238E27FC236}">
                    <a16:creationId xmlns:a16="http://schemas.microsoft.com/office/drawing/2014/main" id="{B7B84ACB-9FE6-D609-598F-ACF33A9CACE4}"/>
                  </a:ext>
                </a:extLst>
              </p:cNvPr>
              <p:cNvSpPr/>
              <p:nvPr/>
            </p:nvSpPr>
            <p:spPr>
              <a:xfrm>
                <a:off x="10924201" y="5447185"/>
                <a:ext cx="679269" cy="67926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</p:grpSp>
        <p:sp>
          <p:nvSpPr>
            <p:cNvPr id="8" name="Vrije vorm: vorm 7">
              <a:extLst>
                <a:ext uri="{FF2B5EF4-FFF2-40B4-BE49-F238E27FC236}">
                  <a16:creationId xmlns:a16="http://schemas.microsoft.com/office/drawing/2014/main" id="{70014D9A-DB1C-F7FC-9BFA-1BB16F3521C9}"/>
                </a:ext>
              </a:extLst>
            </p:cNvPr>
            <p:cNvSpPr/>
            <p:nvPr/>
          </p:nvSpPr>
          <p:spPr>
            <a:xfrm rot="5400000">
              <a:off x="8888140" y="2987615"/>
              <a:ext cx="267880" cy="230930"/>
            </a:xfrm>
            <a:custGeom>
              <a:avLst/>
              <a:gdLst>
                <a:gd name="connsiteX0" fmla="*/ 495300 w 990600"/>
                <a:gd name="connsiteY0" fmla="*/ 0 h 853966"/>
                <a:gd name="connsiteX1" fmla="*/ 990600 w 990600"/>
                <a:gd name="connsiteY1" fmla="*/ 853966 h 853966"/>
                <a:gd name="connsiteX2" fmla="*/ 582332 w 990600"/>
                <a:gd name="connsiteY2" fmla="*/ 853966 h 853966"/>
                <a:gd name="connsiteX3" fmla="*/ 495300 w 990600"/>
                <a:gd name="connsiteY3" fmla="*/ 703912 h 853966"/>
                <a:gd name="connsiteX4" fmla="*/ 408269 w 990600"/>
                <a:gd name="connsiteY4" fmla="*/ 853966 h 853966"/>
                <a:gd name="connsiteX5" fmla="*/ 0 w 990600"/>
                <a:gd name="connsiteY5" fmla="*/ 853966 h 853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00" h="853966">
                  <a:moveTo>
                    <a:pt x="495300" y="0"/>
                  </a:moveTo>
                  <a:lnTo>
                    <a:pt x="990600" y="853966"/>
                  </a:lnTo>
                  <a:lnTo>
                    <a:pt x="582332" y="853966"/>
                  </a:lnTo>
                  <a:lnTo>
                    <a:pt x="495300" y="703912"/>
                  </a:lnTo>
                  <a:lnTo>
                    <a:pt x="408269" y="853966"/>
                  </a:lnTo>
                  <a:lnTo>
                    <a:pt x="0" y="85396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noProof="0" dirty="0"/>
            </a:p>
          </p:txBody>
        </p:sp>
        <p:sp>
          <p:nvSpPr>
            <p:cNvPr id="9" name="Vrije vorm: vorm 8">
              <a:extLst>
                <a:ext uri="{FF2B5EF4-FFF2-40B4-BE49-F238E27FC236}">
                  <a16:creationId xmlns:a16="http://schemas.microsoft.com/office/drawing/2014/main" id="{5DC2A167-0D4C-0C18-4021-FE877AC22CD2}"/>
                </a:ext>
              </a:extLst>
            </p:cNvPr>
            <p:cNvSpPr/>
            <p:nvPr/>
          </p:nvSpPr>
          <p:spPr>
            <a:xfrm rot="5400000">
              <a:off x="7256734" y="4076779"/>
              <a:ext cx="267880" cy="230930"/>
            </a:xfrm>
            <a:custGeom>
              <a:avLst/>
              <a:gdLst>
                <a:gd name="connsiteX0" fmla="*/ 495300 w 990600"/>
                <a:gd name="connsiteY0" fmla="*/ 0 h 853966"/>
                <a:gd name="connsiteX1" fmla="*/ 990600 w 990600"/>
                <a:gd name="connsiteY1" fmla="*/ 853966 h 853966"/>
                <a:gd name="connsiteX2" fmla="*/ 582332 w 990600"/>
                <a:gd name="connsiteY2" fmla="*/ 853966 h 853966"/>
                <a:gd name="connsiteX3" fmla="*/ 495300 w 990600"/>
                <a:gd name="connsiteY3" fmla="*/ 703912 h 853966"/>
                <a:gd name="connsiteX4" fmla="*/ 408269 w 990600"/>
                <a:gd name="connsiteY4" fmla="*/ 853966 h 853966"/>
                <a:gd name="connsiteX5" fmla="*/ 0 w 990600"/>
                <a:gd name="connsiteY5" fmla="*/ 853966 h 853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00" h="853966">
                  <a:moveTo>
                    <a:pt x="495300" y="0"/>
                  </a:moveTo>
                  <a:lnTo>
                    <a:pt x="990600" y="853966"/>
                  </a:lnTo>
                  <a:lnTo>
                    <a:pt x="582332" y="853966"/>
                  </a:lnTo>
                  <a:lnTo>
                    <a:pt x="495300" y="703912"/>
                  </a:lnTo>
                  <a:lnTo>
                    <a:pt x="408269" y="853966"/>
                  </a:lnTo>
                  <a:lnTo>
                    <a:pt x="0" y="853966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noProof="0" dirty="0"/>
            </a:p>
          </p:txBody>
        </p:sp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21049BE5-2061-367A-8110-DAAE0B9F460B}"/>
                </a:ext>
              </a:extLst>
            </p:cNvPr>
            <p:cNvSpPr/>
            <p:nvPr/>
          </p:nvSpPr>
          <p:spPr>
            <a:xfrm rot="13624754">
              <a:off x="7141269" y="5184251"/>
              <a:ext cx="267880" cy="230930"/>
            </a:xfrm>
            <a:custGeom>
              <a:avLst/>
              <a:gdLst>
                <a:gd name="connsiteX0" fmla="*/ 495300 w 990600"/>
                <a:gd name="connsiteY0" fmla="*/ 0 h 853966"/>
                <a:gd name="connsiteX1" fmla="*/ 990600 w 990600"/>
                <a:gd name="connsiteY1" fmla="*/ 853966 h 853966"/>
                <a:gd name="connsiteX2" fmla="*/ 582332 w 990600"/>
                <a:gd name="connsiteY2" fmla="*/ 853966 h 853966"/>
                <a:gd name="connsiteX3" fmla="*/ 495300 w 990600"/>
                <a:gd name="connsiteY3" fmla="*/ 703912 h 853966"/>
                <a:gd name="connsiteX4" fmla="*/ 408269 w 990600"/>
                <a:gd name="connsiteY4" fmla="*/ 853966 h 853966"/>
                <a:gd name="connsiteX5" fmla="*/ 0 w 990600"/>
                <a:gd name="connsiteY5" fmla="*/ 853966 h 853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600" h="853966">
                  <a:moveTo>
                    <a:pt x="495300" y="0"/>
                  </a:moveTo>
                  <a:lnTo>
                    <a:pt x="990600" y="853966"/>
                  </a:lnTo>
                  <a:lnTo>
                    <a:pt x="582332" y="853966"/>
                  </a:lnTo>
                  <a:lnTo>
                    <a:pt x="495300" y="703912"/>
                  </a:lnTo>
                  <a:lnTo>
                    <a:pt x="408269" y="853966"/>
                  </a:lnTo>
                  <a:lnTo>
                    <a:pt x="0" y="853966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noProof="0" dirty="0"/>
            </a:p>
          </p:txBody>
        </p:sp>
        <p:sp>
          <p:nvSpPr>
            <p:cNvPr id="52" name="Ondertitel 2">
              <a:extLst>
                <a:ext uri="{FF2B5EF4-FFF2-40B4-BE49-F238E27FC236}">
                  <a16:creationId xmlns:a16="http://schemas.microsoft.com/office/drawing/2014/main" id="{B6569349-F4B8-0E40-5CC4-68385F4D7FD1}"/>
                </a:ext>
              </a:extLst>
            </p:cNvPr>
            <p:cNvSpPr txBox="1">
              <a:spLocks/>
            </p:cNvSpPr>
            <p:nvPr/>
          </p:nvSpPr>
          <p:spPr>
            <a:xfrm>
              <a:off x="7390674" y="2806852"/>
              <a:ext cx="266931" cy="2563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nl-NL" sz="14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Source Sans Pro" panose="020F0502020204030204" pitchFamily="34" charset="0"/>
                </a:rPr>
                <a:t>A</a:t>
              </a:r>
            </a:p>
          </p:txBody>
        </p:sp>
        <p:sp>
          <p:nvSpPr>
            <p:cNvPr id="54" name="Ondertitel 2">
              <a:extLst>
                <a:ext uri="{FF2B5EF4-FFF2-40B4-BE49-F238E27FC236}">
                  <a16:creationId xmlns:a16="http://schemas.microsoft.com/office/drawing/2014/main" id="{BFF6C80B-35D3-1736-D29E-D38EB43528A6}"/>
                </a:ext>
              </a:extLst>
            </p:cNvPr>
            <p:cNvSpPr txBox="1">
              <a:spLocks/>
            </p:cNvSpPr>
            <p:nvPr/>
          </p:nvSpPr>
          <p:spPr>
            <a:xfrm>
              <a:off x="9022344" y="2815713"/>
              <a:ext cx="266931" cy="2563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nl-NL" sz="14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Source Sans Pro" panose="020F0502020204030204" pitchFamily="34" charset="0"/>
                </a:rPr>
                <a:t>B</a:t>
              </a:r>
            </a:p>
          </p:txBody>
        </p:sp>
        <p:sp>
          <p:nvSpPr>
            <p:cNvPr id="55" name="Ondertitel 2">
              <a:extLst>
                <a:ext uri="{FF2B5EF4-FFF2-40B4-BE49-F238E27FC236}">
                  <a16:creationId xmlns:a16="http://schemas.microsoft.com/office/drawing/2014/main" id="{30E14927-29CC-C6A4-1088-083A623156A1}"/>
                </a:ext>
              </a:extLst>
            </p:cNvPr>
            <p:cNvSpPr txBox="1">
              <a:spLocks/>
            </p:cNvSpPr>
            <p:nvPr/>
          </p:nvSpPr>
          <p:spPr>
            <a:xfrm>
              <a:off x="7932189" y="3916252"/>
              <a:ext cx="266931" cy="2563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nl-NL" sz="14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Source Sans Pro" panose="020F0502020204030204" pitchFamily="34" charset="0"/>
                </a:rPr>
                <a:t>C</a:t>
              </a:r>
            </a:p>
          </p:txBody>
        </p:sp>
        <p:sp>
          <p:nvSpPr>
            <p:cNvPr id="56" name="Ondertitel 2">
              <a:extLst>
                <a:ext uri="{FF2B5EF4-FFF2-40B4-BE49-F238E27FC236}">
                  <a16:creationId xmlns:a16="http://schemas.microsoft.com/office/drawing/2014/main" id="{04BEFA17-906B-4AF9-D934-C5B5E78CCC33}"/>
                </a:ext>
              </a:extLst>
            </p:cNvPr>
            <p:cNvSpPr txBox="1">
              <a:spLocks/>
            </p:cNvSpPr>
            <p:nvPr/>
          </p:nvSpPr>
          <p:spPr>
            <a:xfrm>
              <a:off x="8473440" y="4454025"/>
              <a:ext cx="266931" cy="2563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nl-NL" sz="14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Source Sans Pro" panose="020F0502020204030204" pitchFamily="34" charset="0"/>
                </a:rPr>
                <a:t>D</a:t>
              </a:r>
            </a:p>
          </p:txBody>
        </p:sp>
        <p:sp>
          <p:nvSpPr>
            <p:cNvPr id="57" name="Ondertitel 2">
              <a:extLst>
                <a:ext uri="{FF2B5EF4-FFF2-40B4-BE49-F238E27FC236}">
                  <a16:creationId xmlns:a16="http://schemas.microsoft.com/office/drawing/2014/main" id="{24DEFDC5-2ED7-FEAA-ED5E-5EA0B7AF47D1}"/>
                </a:ext>
              </a:extLst>
            </p:cNvPr>
            <p:cNvSpPr txBox="1">
              <a:spLocks/>
            </p:cNvSpPr>
            <p:nvPr/>
          </p:nvSpPr>
          <p:spPr>
            <a:xfrm>
              <a:off x="7390674" y="5011832"/>
              <a:ext cx="266931" cy="2563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nl-NL" sz="1400" b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Source Sans Pro" panose="020F0502020204030204" pitchFamily="34" charset="0"/>
                </a:rPr>
                <a:t>E</a:t>
              </a:r>
            </a:p>
          </p:txBody>
        </p:sp>
        <p:cxnSp>
          <p:nvCxnSpPr>
            <p:cNvPr id="60" name="Rechte verbindingslijn met pijl 59">
              <a:extLst>
                <a:ext uri="{FF2B5EF4-FFF2-40B4-BE49-F238E27FC236}">
                  <a16:creationId xmlns:a16="http://schemas.microsoft.com/office/drawing/2014/main" id="{F01765D6-1776-CFF8-1FA7-8916DD4724C1}"/>
                </a:ext>
              </a:extLst>
            </p:cNvPr>
            <p:cNvCxnSpPr>
              <a:cxnSpLocks/>
            </p:cNvCxnSpPr>
            <p:nvPr/>
          </p:nvCxnSpPr>
          <p:spPr>
            <a:xfrm>
              <a:off x="9150949" y="3169302"/>
              <a:ext cx="367701" cy="628637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63" name="Rechte verbindingslijn met pijl 62">
              <a:extLst>
                <a:ext uri="{FF2B5EF4-FFF2-40B4-BE49-F238E27FC236}">
                  <a16:creationId xmlns:a16="http://schemas.microsoft.com/office/drawing/2014/main" id="{6B03706D-DA62-58F6-0485-99E498879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728" y="4023037"/>
              <a:ext cx="2028422" cy="169207"/>
            </a:xfrm>
            <a:prstGeom prst="straightConnector1">
              <a:avLst/>
            </a:prstGeom>
            <a:ln w="28575">
              <a:solidFill>
                <a:schemeClr val="accent4">
                  <a:lumMod val="60000"/>
                  <a:lumOff val="4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5" name="Rechte verbindingslijn met pijl 1024">
              <a:extLst>
                <a:ext uri="{FF2B5EF4-FFF2-40B4-BE49-F238E27FC236}">
                  <a16:creationId xmlns:a16="http://schemas.microsoft.com/office/drawing/2014/main" id="{865C7F3D-411F-4266-3176-619D01160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728" y="4294270"/>
              <a:ext cx="2187172" cy="993581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039" name="Rechthoek: afgeronde hoeken 1038">
              <a:extLst>
                <a:ext uri="{FF2B5EF4-FFF2-40B4-BE49-F238E27FC236}">
                  <a16:creationId xmlns:a16="http://schemas.microsoft.com/office/drawing/2014/main" id="{326BEF8D-83DF-2C73-C78A-1DDF150E4B33}"/>
                </a:ext>
              </a:extLst>
            </p:cNvPr>
            <p:cNvSpPr/>
            <p:nvPr/>
          </p:nvSpPr>
          <p:spPr>
            <a:xfrm>
              <a:off x="9906000" y="3316087"/>
              <a:ext cx="1758950" cy="1200329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041" name="Vermenigvuldigingsteken 1040">
            <a:extLst>
              <a:ext uri="{FF2B5EF4-FFF2-40B4-BE49-F238E27FC236}">
                <a16:creationId xmlns:a16="http://schemas.microsoft.com/office/drawing/2014/main" id="{2415A878-B150-07BA-2E85-17716047B0E0}"/>
              </a:ext>
            </a:extLst>
          </p:cNvPr>
          <p:cNvSpPr/>
          <p:nvPr/>
        </p:nvSpPr>
        <p:spPr>
          <a:xfrm>
            <a:off x="7132668" y="5245041"/>
            <a:ext cx="206630" cy="20663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FDB8667A-0A9B-C906-BE3F-1F8EB45F8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249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54"/>
    </mc:Choice>
    <mc:Fallback xmlns="">
      <p:transition spd="slow" advTm="22354"/>
    </mc:Fallback>
  </mc:AlternateContent>
  <p:extLst>
    <p:ext uri="{3A86A75C-4F4B-4683-9AE1-C65F6400EC91}">
      <p14:laserTraceLst xmlns:p14="http://schemas.microsoft.com/office/powerpoint/2010/main">
        <p14:tracePtLst>
          <p14:tracePt t="5780" x="10896600" y="3386138"/>
          <p14:tracePt t="5795" x="10820400" y="3371850"/>
          <p14:tracePt t="5808" x="10739438" y="3371850"/>
          <p14:tracePt t="5811" x="10706100" y="3371850"/>
          <p14:tracePt t="5823" x="10606088" y="3371850"/>
          <p14:tracePt t="5828" x="10553700" y="3371850"/>
          <p14:tracePt t="5829" x="10520363" y="3376613"/>
          <p14:tracePt t="5834" x="10482263" y="3386138"/>
          <p14:tracePt t="5842" x="10396538" y="3405188"/>
          <p14:tracePt t="5847" x="10363200" y="3409950"/>
          <p14:tracePt t="5854" x="10282238" y="3424238"/>
          <p14:tracePt t="5861" x="10206038" y="3438525"/>
          <p14:tracePt t="5868" x="10139363" y="3457575"/>
          <p14:tracePt t="5876" x="10106025" y="3467100"/>
          <p14:tracePt t="5877" x="10077450" y="3471863"/>
          <p14:tracePt t="5882" x="10044113" y="3481388"/>
          <p14:tracePt t="5889" x="9996488" y="3500438"/>
          <p14:tracePt t="5896" x="9963150" y="3505200"/>
          <p14:tracePt t="5903" x="9920288" y="3519488"/>
          <p14:tracePt t="5909" x="9901238" y="3529013"/>
          <p14:tracePt t="5917" x="9882188" y="3533775"/>
          <p14:tracePt t="5924" x="9877425" y="3538538"/>
          <p14:tracePt t="5930" x="9872663" y="3543300"/>
          <p14:tracePt t="5940" x="9872663" y="3548063"/>
          <p14:tracePt t="5961" x="9872663" y="3552825"/>
          <p14:tracePt t="5966" x="9872663" y="3557588"/>
          <p14:tracePt t="5973" x="9872663" y="3562350"/>
          <p14:tracePt t="5979" x="9872663" y="3567113"/>
          <p14:tracePt t="5986" x="9872663" y="3571875"/>
          <p14:tracePt t="5994" x="9882188" y="3576638"/>
          <p14:tracePt t="6001" x="9886950" y="3590925"/>
          <p14:tracePt t="6008" x="9896475" y="3595688"/>
          <p14:tracePt t="6009" x="9896475" y="3605213"/>
          <p14:tracePt t="6014" x="9910763" y="3619500"/>
          <p14:tracePt t="6020" x="9934575" y="3648075"/>
          <p14:tracePt t="6029" x="9967913" y="3681413"/>
          <p14:tracePt t="6035" x="9986963" y="3700463"/>
          <p14:tracePt t="6042" x="10029825" y="3733800"/>
          <p14:tracePt t="6048" x="10077450" y="3771900"/>
          <p14:tracePt t="6055" x="10106025" y="3790950"/>
          <p14:tracePt t="6062" x="10163175" y="3824288"/>
          <p14:tracePt t="6069" x="10220325" y="3852863"/>
          <p14:tracePt t="6077" x="10267950" y="3881438"/>
          <p14:tracePt t="6084" x="10291763" y="3890963"/>
          <p14:tracePt t="6085" x="10315575" y="3895725"/>
          <p14:tracePt t="6091" x="10339388" y="3905250"/>
          <p14:tracePt t="6097" x="10387013" y="3924300"/>
          <p14:tracePt t="6104" x="10410825" y="3929063"/>
          <p14:tracePt t="6105" x="10429875" y="3933825"/>
          <p14:tracePt t="6111" x="10463213" y="3938588"/>
          <p14:tracePt t="6118" x="10520363" y="3948113"/>
          <p14:tracePt t="6125" x="10587038" y="3948113"/>
          <p14:tracePt t="6132" x="10658475" y="3948113"/>
          <p14:tracePt t="6139" x="10701338" y="3948113"/>
          <p14:tracePt t="6146" x="10772775" y="3938588"/>
          <p14:tracePt t="6153" x="10877550" y="3914775"/>
          <p14:tracePt t="6161" x="10968038" y="3890963"/>
          <p14:tracePt t="6167" x="11010900" y="3881438"/>
          <p14:tracePt t="6174" x="11096625" y="3852863"/>
          <p14:tracePt t="6181" x="11187113" y="3824288"/>
          <p14:tracePt t="6188" x="11225213" y="3810000"/>
          <p14:tracePt t="6194" x="11287125" y="3781425"/>
          <p14:tracePt t="6202" x="11353800" y="3752850"/>
          <p14:tracePt t="6209" x="11425238" y="3719513"/>
          <p14:tracePt t="6215" x="11444288" y="3709988"/>
          <p14:tracePt t="6223" x="11491913" y="3681413"/>
          <p14:tracePt t="6229" x="11525250" y="3667125"/>
          <p14:tracePt t="6237" x="11544300" y="3657600"/>
          <p14:tracePt t="6243" x="11549063" y="3648075"/>
          <p14:tracePt t="6250" x="11553825" y="3638550"/>
          <p14:tracePt t="6257" x="11558588" y="3624263"/>
          <p14:tracePt t="6265" x="11558588" y="3609975"/>
          <p14:tracePt t="6271" x="11558588" y="3600450"/>
          <p14:tracePt t="6278" x="11549063" y="3581400"/>
          <p14:tracePt t="6285" x="11539538" y="3557588"/>
          <p14:tracePt t="6291" x="11534775" y="3548063"/>
          <p14:tracePt t="6299" x="11510963" y="3514725"/>
          <p14:tracePt t="6306" x="11482388" y="3481388"/>
          <p14:tracePt t="6313" x="11444288" y="3452813"/>
          <p14:tracePt t="6320" x="11420475" y="3433763"/>
          <p14:tracePt t="6327" x="11363325" y="3395663"/>
          <p14:tracePt t="6335" x="11287125" y="3352800"/>
          <p14:tracePt t="6341" x="11225213" y="3324225"/>
          <p14:tracePt t="6349" x="11139488" y="3300413"/>
          <p14:tracePt t="6354" x="11101388" y="3290888"/>
          <p14:tracePt t="6361" x="11015663" y="3276600"/>
          <p14:tracePt t="6369" x="10939463" y="3271838"/>
          <p14:tracePt t="6375" x="10901363" y="3271838"/>
          <p14:tracePt t="6382" x="10829925" y="3271838"/>
          <p14:tracePt t="6388" x="10758488" y="3276600"/>
          <p14:tracePt t="6397" x="10677525" y="3290888"/>
          <p14:tracePt t="6403" x="10634663" y="3305175"/>
          <p14:tracePt t="6409" x="10563225" y="3328988"/>
          <p14:tracePt t="6418" x="10482263" y="3357563"/>
          <p14:tracePt t="6423" x="10444163" y="3371850"/>
          <p14:tracePt t="6439" x="10291763" y="3448050"/>
          <p14:tracePt t="6445" x="10239375" y="3486150"/>
          <p14:tracePt t="6452" x="10206038" y="3519488"/>
          <p14:tracePt t="6453" x="10186988" y="3533775"/>
          <p14:tracePt t="6459" x="10158413" y="3567113"/>
          <p14:tracePt t="6460" x="10134600" y="3586163"/>
          <p14:tracePt t="6466" x="10115550" y="3609975"/>
          <p14:tracePt t="6472" x="10086975" y="3643313"/>
          <p14:tracePt t="6480" x="10077450" y="3662363"/>
          <p14:tracePt t="6481" x="10067925" y="3676650"/>
          <p14:tracePt t="6486" x="10058400" y="3690938"/>
          <p14:tracePt t="6493" x="10044113" y="3719513"/>
          <p14:tracePt t="6500" x="10039350" y="3729038"/>
          <p14:tracePt t="6507" x="10034588" y="3752850"/>
          <p14:tracePt t="6514" x="10025063" y="3771900"/>
          <p14:tracePt t="6521" x="10025063" y="3786188"/>
          <p14:tracePt t="6528" x="10025063" y="3795713"/>
          <p14:tracePt t="6535" x="10025063" y="3810000"/>
          <p14:tracePt t="6542" x="10029825" y="3824288"/>
          <p14:tracePt t="6548" x="10044113" y="3843338"/>
          <p14:tracePt t="6557" x="10058400" y="3852863"/>
          <p14:tracePt t="6563" x="10058400" y="3862388"/>
          <p14:tracePt t="6570" x="10072688" y="3876675"/>
          <p14:tracePt t="6577" x="10091738" y="3886200"/>
          <p14:tracePt t="6584" x="10096500" y="3890963"/>
          <p14:tracePt t="6584" x="10106025" y="3900488"/>
          <p14:tracePt t="6591" x="10120313" y="3905250"/>
          <p14:tracePt t="6597" x="10148888" y="3924300"/>
          <p14:tracePt t="6604" x="10186988" y="3952875"/>
          <p14:tracePt t="6611" x="10215563" y="3962400"/>
          <p14:tracePt t="6619" x="10282238" y="3995738"/>
          <p14:tracePt t="6625" x="10353675" y="4024313"/>
          <p14:tracePt t="6632" x="10387013" y="4038600"/>
          <p14:tracePt t="6632" x="10429875" y="4048125"/>
          <p14:tracePt t="6639" x="10463213" y="4057650"/>
          <p14:tracePt t="6646" x="10548938" y="4076700"/>
          <p14:tracePt t="6654" x="10639425" y="4090988"/>
          <p14:tracePt t="6660" x="10696575" y="4105275"/>
          <p14:tracePt t="6666" x="10801350" y="4105275"/>
          <p14:tracePt t="6673" x="10906125" y="4105275"/>
          <p14:tracePt t="6681" x="11029950" y="4090988"/>
          <p14:tracePt t="6687" x="11077575" y="4086225"/>
          <p14:tracePt t="6694" x="11182350" y="4062413"/>
          <p14:tracePt t="6702" x="11301413" y="4019550"/>
          <p14:tracePt t="6709" x="11401425" y="3971925"/>
          <p14:tracePt t="6716" x="11444288" y="3948113"/>
          <p14:tracePt t="6722" x="11544300" y="3890963"/>
          <p14:tracePt t="6729" x="11625263" y="3848100"/>
          <p14:tracePt t="6736" x="11653838" y="3824288"/>
          <p14:tracePt t="6737" x="11677650" y="3805238"/>
          <p14:tracePt t="6743" x="11691938" y="3786188"/>
          <p14:tracePt t="6750" x="11710988" y="3762375"/>
          <p14:tracePt t="6757" x="11715750" y="3733800"/>
          <p14:tracePt t="6764" x="11715750" y="3719513"/>
          <p14:tracePt t="6770" x="11715750" y="3695700"/>
          <p14:tracePt t="6778" x="11691938" y="3657600"/>
          <p14:tracePt t="6785" x="11653838" y="3609975"/>
          <p14:tracePt t="6791" x="11630025" y="3590925"/>
          <p14:tracePt t="6799" x="11587163" y="3552825"/>
          <p14:tracePt t="6806" x="11520488" y="3509963"/>
          <p14:tracePt t="6813" x="11472863" y="3476625"/>
          <p14:tracePt t="6820" x="11410950" y="3438525"/>
          <p14:tracePt t="6827" x="11382375" y="3429000"/>
          <p14:tracePt t="6841" x="11253788" y="3386138"/>
          <p14:tracePt t="6847" x="11215688" y="3381375"/>
          <p14:tracePt t="6854" x="11134725" y="3367088"/>
          <p14:tracePt t="6862" x="11058525" y="3357563"/>
          <p14:tracePt t="6870" x="10968038" y="3357563"/>
          <p14:tracePt t="6875" x="10906125" y="3357563"/>
          <p14:tracePt t="6882" x="10791825" y="3357563"/>
          <p14:tracePt t="6889" x="10672763" y="3357563"/>
          <p14:tracePt t="6896" x="10548938" y="3371850"/>
          <p14:tracePt t="6904" x="10501313" y="3381375"/>
          <p14:tracePt t="6904" x="10434638" y="3390900"/>
          <p14:tracePt t="6910" x="10382250" y="3405188"/>
          <p14:tracePt t="6918" x="10291763" y="3429000"/>
          <p14:tracePt t="6925" x="10206038" y="3452813"/>
          <p14:tracePt t="6931" x="10172700" y="3467100"/>
          <p14:tracePt t="6938" x="10115550" y="3495675"/>
          <p14:tracePt t="6944" x="10058400" y="3529013"/>
          <p14:tracePt t="6952" x="10025063" y="3552825"/>
          <p14:tracePt t="6959" x="10010775" y="3567113"/>
          <p14:tracePt t="6965" x="9986963" y="3595688"/>
          <p14:tracePt t="6972" x="9977438" y="3605213"/>
          <p14:tracePt t="6973" x="9972675" y="3614738"/>
          <p14:tracePt t="6979" x="9963150" y="3629025"/>
          <p14:tracePt t="6986" x="9958388" y="3648075"/>
          <p14:tracePt t="6993" x="9948863" y="3676650"/>
          <p14:tracePt t="7001" x="9948863" y="3700463"/>
          <p14:tracePt t="7007" x="9948863" y="3709988"/>
          <p14:tracePt t="7014" x="9948863" y="3738563"/>
          <p14:tracePt t="7022" x="9948863" y="3767138"/>
          <p14:tracePt t="7028" x="9948863" y="3786188"/>
          <p14:tracePt t="7034" x="9963150" y="3814763"/>
          <p14:tracePt t="7042" x="9986963" y="3862388"/>
          <p14:tracePt t="7049" x="10006013" y="3886200"/>
          <p14:tracePt t="7055" x="10025063" y="3905250"/>
          <p14:tracePt t="7056" x="10034588" y="3914775"/>
          <p14:tracePt t="7062" x="10044113" y="3924300"/>
          <p14:tracePt t="7069" x="10072688" y="3948113"/>
          <p14:tracePt t="7076" x="10096500" y="3962400"/>
          <p14:tracePt t="7085" x="10115550" y="3976688"/>
          <p14:tracePt t="7090" x="10129838" y="3976688"/>
          <p14:tracePt t="7097" x="10148888" y="3986213"/>
          <p14:tracePt t="7105" x="10167938" y="3990975"/>
          <p14:tracePt t="7111" x="10182225" y="3995738"/>
          <p14:tracePt t="7118" x="10206038" y="3995738"/>
          <p14:tracePt t="7125" x="10229850" y="4000500"/>
          <p14:tracePt t="7133" x="10258425" y="4000500"/>
          <p14:tracePt t="7139" x="10272713" y="4000500"/>
          <p14:tracePt t="7146" x="10301288" y="4000500"/>
          <p14:tracePt t="7153" x="10339388" y="3990975"/>
          <p14:tracePt t="7160" x="10363200" y="3986213"/>
          <p14:tracePt t="7167" x="10406063" y="3967163"/>
          <p14:tracePt t="7174" x="10453688" y="3938588"/>
          <p14:tracePt t="7182" x="10506075" y="3905250"/>
          <p14:tracePt t="7188" x="10529888" y="3890963"/>
          <p14:tracePt t="7194" x="10591800" y="3838575"/>
          <p14:tracePt t="7202" x="10634663" y="3800475"/>
          <p14:tracePt t="7208" x="10658475" y="3776663"/>
          <p14:tracePt t="7209" x="10682288" y="3752850"/>
          <p14:tracePt t="7215" x="10710863" y="3724275"/>
          <p14:tracePt t="7222" x="10772775" y="3671888"/>
          <p14:tracePt t="7230" x="10810875" y="3633788"/>
          <p14:tracePt t="7236" x="10825163" y="3614738"/>
          <p14:tracePt t="7237" x="10834688" y="3605213"/>
          <p14:tracePt t="7243" x="10848975" y="3590925"/>
          <p14:tracePt t="7250" x="10868025" y="3557588"/>
          <p14:tracePt t="7257" x="10877550" y="3533775"/>
          <p14:tracePt t="7264" x="10882313" y="3524250"/>
          <p14:tracePt t="7270" x="10887075" y="3509963"/>
          <p14:tracePt t="7279" x="10887075" y="3495675"/>
          <p14:tracePt t="7285" x="10887075" y="3481388"/>
          <p14:tracePt t="7299" x="10887075" y="3471863"/>
          <p14:tracePt t="7305" x="10887075" y="3467100"/>
          <p14:tracePt t="7313" x="10882313" y="3457575"/>
          <p14:tracePt t="7320" x="10872788" y="3452813"/>
          <p14:tracePt t="7327" x="10868025" y="3448050"/>
          <p14:tracePt t="7334" x="10853738" y="3443288"/>
          <p14:tracePt t="7340" x="10848975" y="3438525"/>
          <p14:tracePt t="7341" x="10839450" y="3438525"/>
          <p14:tracePt t="7347" x="10834688" y="3433763"/>
          <p14:tracePt t="7354" x="10815638" y="3429000"/>
          <p14:tracePt t="7361" x="10791825" y="3429000"/>
          <p14:tracePt t="7370" x="10768013" y="3424238"/>
          <p14:tracePt t="7375" x="10753725" y="3419475"/>
          <p14:tracePt t="7382" x="10720388" y="3414713"/>
          <p14:tracePt t="7389" x="10696575" y="3414713"/>
          <p14:tracePt t="7397" x="10668000" y="3414713"/>
          <p14:tracePt t="7405" x="10634663" y="3414713"/>
          <p14:tracePt t="7410" x="10625138" y="3414713"/>
          <p14:tracePt t="7416" x="10601325" y="3414713"/>
          <p14:tracePt t="7431" x="10577513" y="3419475"/>
          <p14:tracePt t="7438" x="10567988" y="3419475"/>
          <p14:tracePt t="7445" x="10558463" y="3424238"/>
          <p14:tracePt t="7451" x="10553700" y="3424238"/>
          <p14:tracePt t="7471" x="0" y="0"/>
        </p14:tracePtLst>
        <p14:tracePtLst>
          <p14:tracePt t="12984" x="7643813" y="5076825"/>
          <p14:tracePt t="12985" x="7634288" y="5067300"/>
          <p14:tracePt t="12989" x="7620000" y="5057775"/>
          <p14:tracePt t="12993" x="7591425" y="5043488"/>
          <p14:tracePt t="13000" x="7572375" y="5033963"/>
          <p14:tracePt t="13002" x="7539038" y="5014913"/>
          <p14:tracePt t="13007" x="7510463" y="5000625"/>
          <p14:tracePt t="13014" x="7458075" y="4981575"/>
          <p14:tracePt t="13021" x="7386638" y="4967288"/>
          <p14:tracePt t="13028" x="7353300" y="4962525"/>
          <p14:tracePt t="13036" x="7272338" y="4957763"/>
          <p14:tracePt t="13037" x="7243763" y="4957763"/>
          <p14:tracePt t="13042" x="7210425" y="4957763"/>
          <p14:tracePt t="13049" x="7138988" y="4962525"/>
          <p14:tracePt t="13056" x="7105650" y="4972050"/>
          <p14:tracePt t="13063" x="7043738" y="4995863"/>
          <p14:tracePt t="13071" x="6986588" y="5029200"/>
          <p14:tracePt t="13077" x="6934200" y="5062538"/>
          <p14:tracePt t="13084" x="6915150" y="5081588"/>
          <p14:tracePt t="13085" x="6896100" y="5100638"/>
          <p14:tracePt t="13090" x="6877050" y="5129213"/>
          <p14:tracePt t="13097" x="6848475" y="5162550"/>
          <p14:tracePt t="13105" x="6824663" y="5205413"/>
          <p14:tracePt t="13112" x="6815138" y="5224463"/>
          <p14:tracePt t="13118" x="6810375" y="5262563"/>
          <p14:tracePt t="13125" x="6800850" y="5305425"/>
          <p14:tracePt t="13132" x="6796088" y="5338763"/>
          <p14:tracePt t="13139" x="6796088" y="5357813"/>
          <p14:tracePt t="13146" x="6796088" y="5391150"/>
          <p14:tracePt t="13153" x="6800850" y="5424488"/>
          <p14:tracePt t="13160" x="6805613" y="5448300"/>
          <p14:tracePt t="13161" x="6810375" y="5462588"/>
          <p14:tracePt t="13167" x="6815138" y="5476875"/>
          <p14:tracePt t="13173" x="6838950" y="5510213"/>
          <p14:tracePt t="13181" x="6867525" y="5538788"/>
          <p14:tracePt t="13187" x="6891338" y="5557838"/>
          <p14:tracePt t="13194" x="6919913" y="5576888"/>
          <p14:tracePt t="13202" x="6967538" y="5600700"/>
          <p14:tracePt t="13208" x="7015163" y="5614988"/>
          <p14:tracePt t="13216" x="7043738" y="5619750"/>
          <p14:tracePt t="13217" x="7072313" y="5624513"/>
          <p14:tracePt t="13222" x="7100888" y="5624513"/>
          <p14:tracePt t="13229" x="7148513" y="5624513"/>
          <p14:tracePt t="13236" x="7181850" y="5624513"/>
          <p14:tracePt t="13237" x="7205663" y="5624513"/>
          <p14:tracePt t="13243" x="7234238" y="5614988"/>
          <p14:tracePt t="13250" x="7291388" y="5595938"/>
          <p14:tracePt t="13257" x="7339013" y="5581650"/>
          <p14:tracePt t="13264" x="7381875" y="5548313"/>
          <p14:tracePt t="13271" x="7405688" y="5534025"/>
          <p14:tracePt t="13278" x="7439025" y="5505450"/>
          <p14:tracePt t="13284" x="7472363" y="5472113"/>
          <p14:tracePt t="13293" x="7500938" y="5434013"/>
          <p14:tracePt t="13299" x="7515225" y="5405438"/>
          <p14:tracePt t="13305" x="7534275" y="5362575"/>
          <p14:tracePt t="13313" x="7553325" y="5310188"/>
          <p14:tracePt t="13320" x="7558088" y="5291138"/>
          <p14:tracePt t="13327" x="7562850" y="5262563"/>
          <p14:tracePt t="13334" x="7562850" y="5238750"/>
          <p14:tracePt t="13340" x="7562850" y="5214938"/>
          <p14:tracePt t="13347" x="7553325" y="5195888"/>
          <p14:tracePt t="13348" x="7548563" y="5181600"/>
          <p14:tracePt t="13354" x="7539038" y="5167313"/>
          <p14:tracePt t="13361" x="7510463" y="5133975"/>
          <p14:tracePt t="13370" x="7481888" y="5105400"/>
          <p14:tracePt t="13375" x="7467600" y="5086350"/>
          <p14:tracePt t="13382" x="7443788" y="5067300"/>
          <p14:tracePt t="13389" x="7410450" y="5043488"/>
          <p14:tracePt t="13396" x="7367588" y="5024438"/>
          <p14:tracePt t="13403" x="7348538" y="5014913"/>
          <p14:tracePt t="13409" x="7319963" y="5005388"/>
          <p14:tracePt t="13419" x="7286625" y="4995863"/>
          <p14:tracePt t="13431" x="7239000" y="4995863"/>
          <p14:tracePt t="13438" x="7215188" y="4995863"/>
          <p14:tracePt t="13445" x="7196138" y="5000625"/>
          <p14:tracePt t="13452" x="7181850" y="5005388"/>
          <p14:tracePt t="13458" x="7162800" y="5019675"/>
          <p14:tracePt t="13465" x="7138988" y="5038725"/>
          <p14:tracePt t="13473" x="7119938" y="5062538"/>
          <p14:tracePt t="13480" x="7110413" y="5072063"/>
          <p14:tracePt t="13486" x="7091363" y="5091113"/>
          <p14:tracePt t="13493" x="7081838" y="5110163"/>
          <p14:tracePt t="13500" x="7077075" y="5129213"/>
          <p14:tracePt t="13507" x="7072313" y="5138738"/>
          <p14:tracePt t="13515" x="7072313" y="5148263"/>
          <p14:tracePt t="13523" x="7072313" y="5167313"/>
          <p14:tracePt t="13528" x="7072313" y="5176838"/>
          <p14:tracePt t="13536" x="7072313" y="5186363"/>
          <p14:tracePt t="13537" x="7081838" y="5191125"/>
          <p14:tracePt t="13542" x="7086600" y="5195888"/>
          <p14:tracePt t="13549" x="7096125" y="5210175"/>
          <p14:tracePt t="13555" x="7100888" y="5214938"/>
          <p14:tracePt t="13563" x="7110413" y="5229225"/>
          <p14:tracePt t="13570" x="7124700" y="5238750"/>
          <p14:tracePt t="13577" x="7138988" y="5248275"/>
          <p14:tracePt t="13584" x="7143750" y="5248275"/>
          <p14:tracePt t="13584" x="7148513" y="5253038"/>
          <p14:tracePt t="13590" x="7158038" y="5253038"/>
          <p14:tracePt t="13597" x="7177088" y="5253038"/>
          <p14:tracePt t="13604" x="7200900" y="5257800"/>
          <p14:tracePt t="13611" x="7215188" y="5257800"/>
          <p14:tracePt t="13612" x="7219950" y="5257800"/>
          <p14:tracePt t="13613" x="0" y="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314FF-7B26-6DE2-D843-B830E594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D0379C-F13F-E01D-3195-988CBD16E7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Methodiek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F0E72E-3FA2-073F-3490-B1A3600D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10</a:t>
            </a:fld>
            <a:endParaRPr lang="nl-NL" noProof="0" dirty="0"/>
          </a:p>
        </p:txBody>
      </p:sp>
      <p:sp>
        <p:nvSpPr>
          <p:cNvPr id="1029" name="Ondertitel 2">
            <a:extLst>
              <a:ext uri="{FF2B5EF4-FFF2-40B4-BE49-F238E27FC236}">
                <a16:creationId xmlns:a16="http://schemas.microsoft.com/office/drawing/2014/main" id="{F86473F6-1DDC-9065-6A37-787354A79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4635989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Spel theoretisch &amp; Risico bewust</a:t>
            </a:r>
          </a:p>
          <a:p>
            <a:pPr lvl="1" algn="l"/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1.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Proportional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risk split</a:t>
            </a:r>
          </a:p>
          <a:p>
            <a:pPr lvl="1" algn="l"/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2.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Lidbetter</a:t>
            </a:r>
            <a:endParaRPr lang="nl-NL" sz="16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  <a:p>
            <a:pPr lvl="1" algn="l"/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3. Weighted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qa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subset sampling</a:t>
            </a:r>
          </a:p>
          <a:p>
            <a:pPr lvl="1" algn="l"/>
            <a:r>
              <a:rPr lang="nl-NL" sz="1600" dirty="0">
                <a:solidFill>
                  <a:schemeClr val="bg1">
                    <a:lumMod val="65000"/>
                  </a:schemeClr>
                </a:solidFill>
                <a:latin typeface="Source Sans Pro" panose="020F0502020204030204" pitchFamily="34" charset="0"/>
              </a:rPr>
              <a:t>4. </a:t>
            </a:r>
            <a:r>
              <a:rPr lang="nl-NL" sz="1600" dirty="0" err="1">
                <a:solidFill>
                  <a:schemeClr val="bg1">
                    <a:lumMod val="65000"/>
                  </a:schemeClr>
                </a:solidFill>
                <a:latin typeface="Source Sans Pro" panose="020F0502020204030204" pitchFamily="34" charset="0"/>
              </a:rPr>
              <a:t>Ranked</a:t>
            </a:r>
            <a:r>
              <a:rPr lang="nl-NL" sz="1600" dirty="0">
                <a:solidFill>
                  <a:schemeClr val="bg1">
                    <a:lumMod val="65000"/>
                  </a:schemeClr>
                </a:solidFill>
                <a:latin typeface="Source Sans Pro" panose="020F0502020204030204" pitchFamily="34" charset="0"/>
              </a:rPr>
              <a:t> </a:t>
            </a:r>
            <a:r>
              <a:rPr lang="nl-NL" sz="1600" dirty="0" err="1">
                <a:solidFill>
                  <a:schemeClr val="bg1">
                    <a:lumMod val="65000"/>
                  </a:schemeClr>
                </a:solidFill>
                <a:latin typeface="Source Sans Pro" panose="020F0502020204030204" pitchFamily="34" charset="0"/>
              </a:rPr>
              <a:t>qa</a:t>
            </a:r>
            <a:r>
              <a:rPr lang="nl-NL" sz="1600" dirty="0">
                <a:solidFill>
                  <a:schemeClr val="bg1">
                    <a:lumMod val="65000"/>
                  </a:schemeClr>
                </a:solidFill>
                <a:latin typeface="Source Sans Pro" panose="020F0502020204030204" pitchFamily="34" charset="0"/>
              </a:rPr>
              <a:t> subset</a:t>
            </a:r>
            <a:endParaRPr lang="nl-NL" sz="1600" noProof="0" dirty="0">
              <a:solidFill>
                <a:schemeClr val="bg1">
                  <a:lumMod val="65000"/>
                </a:schemeClr>
              </a:solidFill>
              <a:latin typeface="Source Sans Pro" panose="020F0502020204030204" pitchFamily="34" charset="0"/>
            </a:endParaRPr>
          </a:p>
        </p:txBody>
      </p:sp>
      <p:sp>
        <p:nvSpPr>
          <p:cNvPr id="1030" name="Titel 1">
            <a:extLst>
              <a:ext uri="{FF2B5EF4-FFF2-40B4-BE49-F238E27FC236}">
                <a16:creationId xmlns:a16="http://schemas.microsoft.com/office/drawing/2014/main" id="{A1EA077D-3F09-E2AC-F47A-52AC6AFD6082}"/>
              </a:ext>
            </a:extLst>
          </p:cNvPr>
          <p:cNvSpPr txBox="1">
            <a:spLocks/>
          </p:cNvSpPr>
          <p:nvPr/>
        </p:nvSpPr>
        <p:spPr>
          <a:xfrm>
            <a:off x="1245123" y="1141008"/>
            <a:ext cx="3142048" cy="5342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Zoek strategieën</a:t>
            </a:r>
          </a:p>
        </p:txBody>
      </p:sp>
      <p:sp>
        <p:nvSpPr>
          <p:cNvPr id="1031" name="Ondertitel 2">
            <a:extLst>
              <a:ext uri="{FF2B5EF4-FFF2-40B4-BE49-F238E27FC236}">
                <a16:creationId xmlns:a16="http://schemas.microsoft.com/office/drawing/2014/main" id="{06FDB668-90E1-8105-C551-0C20F6543E67}"/>
              </a:ext>
            </a:extLst>
          </p:cNvPr>
          <p:cNvSpPr txBox="1">
            <a:spLocks/>
          </p:cNvSpPr>
          <p:nvPr/>
        </p:nvSpPr>
        <p:spPr>
          <a:xfrm>
            <a:off x="1334242" y="3353315"/>
            <a:ext cx="4400733" cy="534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Met communicatie</a:t>
            </a:r>
          </a:p>
          <a:p>
            <a:pPr lvl="1" algn="l"/>
            <a:r>
              <a:rPr lang="nl-NL" sz="1600" dirty="0">
                <a:solidFill>
                  <a:schemeClr val="bg1"/>
                </a:solidFill>
                <a:latin typeface="Source Sans Pro" panose="020F0502020204030204" pitchFamily="34" charset="0"/>
              </a:rPr>
              <a:t>5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.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Dynamic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task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queue</a:t>
            </a:r>
          </a:p>
          <a:p>
            <a:pPr lvl="1" algn="l"/>
            <a:endParaRPr lang="nl-NL" sz="12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sp>
        <p:nvSpPr>
          <p:cNvPr id="1032" name="Ondertitel 2">
            <a:extLst>
              <a:ext uri="{FF2B5EF4-FFF2-40B4-BE49-F238E27FC236}">
                <a16:creationId xmlns:a16="http://schemas.microsoft.com/office/drawing/2014/main" id="{1B820BAA-9573-1207-BFAD-4C921A7D34E2}"/>
              </a:ext>
            </a:extLst>
          </p:cNvPr>
          <p:cNvSpPr txBox="1">
            <a:spLocks/>
          </p:cNvSpPr>
          <p:nvPr/>
        </p:nvSpPr>
        <p:spPr>
          <a:xfrm>
            <a:off x="6096000" y="1784295"/>
            <a:ext cx="4401288" cy="1250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Geometrische patronen</a:t>
            </a:r>
          </a:p>
          <a:p>
            <a:pPr lvl="1" algn="l"/>
            <a:r>
              <a:rPr lang="nl-NL" sz="160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9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, </a:t>
            </a:r>
            <a:r>
              <a:rPr lang="nl-NL" sz="160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10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. (</a:t>
            </a:r>
            <a:r>
              <a:rPr lang="nl-NL" sz="1600" noProof="0" dirty="0" err="1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Partitioned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) </a:t>
            </a:r>
            <a:r>
              <a:rPr lang="nl-NL" sz="1600" noProof="0" dirty="0" err="1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horizontal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 scan</a:t>
            </a:r>
          </a:p>
          <a:p>
            <a:pPr lvl="1" algn="l"/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11. </a:t>
            </a:r>
            <a:r>
              <a:rPr lang="nl-NL" sz="1600" noProof="0" dirty="0" err="1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Inward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 </a:t>
            </a:r>
            <a:r>
              <a:rPr lang="nl-NL" sz="1600" noProof="0" dirty="0" err="1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Spiral</a:t>
            </a:r>
            <a:endParaRPr lang="nl-NL" sz="1600" noProof="0" dirty="0">
              <a:solidFill>
                <a:schemeClr val="bg1">
                  <a:lumMod val="75000"/>
                </a:schemeClr>
              </a:solidFill>
              <a:latin typeface="Source Sans Pro" panose="020F0502020204030204" pitchFamily="34" charset="0"/>
            </a:endParaRPr>
          </a:p>
        </p:txBody>
      </p:sp>
      <p:sp>
        <p:nvSpPr>
          <p:cNvPr id="1034" name="Ondertitel 2">
            <a:extLst>
              <a:ext uri="{FF2B5EF4-FFF2-40B4-BE49-F238E27FC236}">
                <a16:creationId xmlns:a16="http://schemas.microsoft.com/office/drawing/2014/main" id="{20D5F61A-215B-FAC5-7FD1-39E441888DC0}"/>
              </a:ext>
            </a:extLst>
          </p:cNvPr>
          <p:cNvSpPr txBox="1">
            <a:spLocks/>
          </p:cNvSpPr>
          <p:nvPr/>
        </p:nvSpPr>
        <p:spPr>
          <a:xfrm>
            <a:off x="1333687" y="4052499"/>
            <a:ext cx="4401288" cy="1250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Kosten optimalisatie</a:t>
            </a:r>
          </a:p>
          <a:p>
            <a:pPr lvl="1" algn="l"/>
            <a:r>
              <a:rPr lang="nl-NL" sz="160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6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. </a:t>
            </a:r>
            <a:r>
              <a:rPr lang="nl-NL" sz="1600" noProof="0" dirty="0" err="1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Shortest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 </a:t>
            </a:r>
            <a:r>
              <a:rPr lang="nl-NL" sz="1600" noProof="0" dirty="0" err="1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path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 tour</a:t>
            </a:r>
          </a:p>
          <a:p>
            <a:pPr lvl="1" algn="l"/>
            <a:r>
              <a:rPr lang="nl-NL" sz="160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7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. Risk weighted tour</a:t>
            </a:r>
          </a:p>
          <a:p>
            <a:pPr lvl="1" algn="l"/>
            <a:r>
              <a:rPr lang="nl-NL" sz="160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8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. </a:t>
            </a:r>
            <a:r>
              <a:rPr lang="nl-NL" sz="1600" noProof="0" dirty="0" err="1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Success</a:t>
            </a:r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 weighted tour</a:t>
            </a:r>
          </a:p>
        </p:txBody>
      </p:sp>
      <p:sp>
        <p:nvSpPr>
          <p:cNvPr id="1035" name="Ondertitel 2">
            <a:extLst>
              <a:ext uri="{FF2B5EF4-FFF2-40B4-BE49-F238E27FC236}">
                <a16:creationId xmlns:a16="http://schemas.microsoft.com/office/drawing/2014/main" id="{A8819EAC-3DFC-2CC9-DCAE-FF22112E6A6B}"/>
              </a:ext>
            </a:extLst>
          </p:cNvPr>
          <p:cNvSpPr txBox="1">
            <a:spLocks/>
          </p:cNvSpPr>
          <p:nvPr/>
        </p:nvSpPr>
        <p:spPr>
          <a:xfrm>
            <a:off x="6096000" y="3188723"/>
            <a:ext cx="4401288" cy="12509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Tx/>
              <a:buChar char="-"/>
            </a:pPr>
            <a:r>
              <a:rPr lang="nl-NL" sz="20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Baseline</a:t>
            </a:r>
          </a:p>
          <a:p>
            <a:pPr lvl="1" algn="l"/>
            <a:r>
              <a:rPr lang="nl-NL" sz="1600" noProof="0" dirty="0">
                <a:solidFill>
                  <a:schemeClr val="bg1">
                    <a:lumMod val="75000"/>
                  </a:schemeClr>
                </a:solidFill>
                <a:latin typeface="Source Sans Pro" panose="020F0502020204030204" pitchFamily="34" charset="0"/>
              </a:rPr>
              <a:t>11. Random walk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6784E-2FB9-0600-145D-E9176DEB8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75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08"/>
    </mc:Choice>
    <mc:Fallback xmlns="">
      <p:transition spd="slow" advTm="1330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5694B-3DCA-6E83-2881-B921056A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A09559-5D70-2D14-8E9F-20FF14431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Methodiek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E4C92F-1041-ECE0-C528-FF25E3953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11</a:t>
            </a:fld>
            <a:endParaRPr lang="nl-NL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Ondertitel 2">
                <a:extLst>
                  <a:ext uri="{FF2B5EF4-FFF2-40B4-BE49-F238E27FC236}">
                    <a16:creationId xmlns:a16="http://schemas.microsoft.com/office/drawing/2014/main" id="{8E158AC8-04A6-F7D7-3A56-A84968422D67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258784" y="1788319"/>
                <a:ext cx="9174085" cy="1250972"/>
              </a:xfrm>
            </p:spPr>
            <p:txBody>
              <a:bodyPr>
                <a:noAutofit/>
              </a:bodyPr>
              <a:lstStyle/>
              <a:p>
                <a:pPr marL="342900" indent="-342900" algn="l">
                  <a:buFontTx/>
                  <a:buChar char="-"/>
                </a:pPr>
                <a:r>
                  <a:rPr lang="nl-NL" sz="16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Succes metriek:  </a:t>
                </a:r>
                <a14:m>
                  <m:oMath xmlns:m="http://schemas.openxmlformats.org/officeDocument/2006/math">
                    <m:r>
                      <a:rPr lang="nl-NL" sz="160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sz="16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nl-NL" sz="1600" i="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All</m:t>
                        </m:r>
                        <m:r>
                          <m:rPr>
                            <m:nor/>
                          </m:rPr>
                          <a:rPr lang="nl-NL" sz="1600" i="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nl-NL" sz="1600" i="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found</m:t>
                        </m:r>
                      </m:e>
                    </m:d>
                  </m:oMath>
                </a14:m>
                <a:endParaRPr lang="nl-NL" sz="1600" noProof="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  <a:p>
                <a:pPr marL="342900" indent="-342900" algn="l">
                  <a:buFontTx/>
                  <a:buChar char="-"/>
                </a:pPr>
                <a:r>
                  <a:rPr lang="nl-NL" sz="16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Performance Spread: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1600" i="0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nl-NL" sz="160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sz="160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nl-NL" sz="16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NL" sz="1600" i="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nl-NL" sz="16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sz="16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nl-NL" sz="1600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nl-NL" sz="160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All</m:t>
                                </m:r>
                                <m:r>
                                  <m:rPr>
                                    <m:nor/>
                                  </m:rPr>
                                  <a:rPr lang="nl-NL" sz="160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nl-NL" sz="160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found</m:t>
                                </m:r>
                              </m:e>
                              <m:e>
                                <m:r>
                                  <a:rPr lang="nl-NL" sz="1600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nl-NL" sz="1600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NL" sz="1600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nl-NL" sz="160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nl-NL" sz="16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nl-NL" sz="1600" i="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nl-NL" sz="16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sz="160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nl-NL" sz="1600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nl-NL" sz="160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All</m:t>
                                </m:r>
                                <m:r>
                                  <m:rPr>
                                    <m:nor/>
                                  </m:rPr>
                                  <a:rPr lang="nl-NL" sz="160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nl-NL" sz="1600" i="0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found</m:t>
                                </m:r>
                              </m:e>
                              <m:e>
                                <m:r>
                                  <a:rPr lang="nl-NL" sz="1600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nl-NL" sz="1600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NL" sz="1600" i="1" noProof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nl-NL" sz="160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1600" noProof="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  <a:p>
                <a:pPr marL="342900" indent="-342900" algn="l">
                  <a:buFontTx/>
                  <a:buChar char="-"/>
                </a:pPr>
                <a:r>
                  <a:rPr lang="nl-NL" sz="16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‘Maximin’ criterium: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NL" sz="16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NL" sz="16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nl-NL" sz="1600" i="0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maximin</m:t>
                        </m:r>
                      </m:sub>
                      <m:sup>
                        <m:r>
                          <a:rPr lang="nl-NL" sz="1600" i="1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nl-NL" sz="1600" i="1" noProof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1600" i="1" noProof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𝑎𝑟𝑔𝑚𝑎</m:t>
                    </m:r>
                    <m:sSub>
                      <m:sSubPr>
                        <m:ctrlPr>
                          <a:rPr lang="nl-NL" sz="1600" i="1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600" i="1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sz="1600" i="1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nl-NL" sz="1600" i="1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nl-NL" sz="1600" i="0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nl-NL" sz="1600" b="0" i="0" noProof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nl-NL" sz="1600" i="1" noProof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sz="1600" i="1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nl-NL" sz="1600" i="1" noProof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nl-NL" sz="1600" i="0" noProof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nl-NL" sz="1600" i="1" noProof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nl-NL" sz="1600" i="1" noProof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nl-NL" sz="1600" i="1" noProof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lim>
                            </m:limLow>
                            <m:r>
                              <a:rPr lang="nl-NL" sz="1600" b="0" i="1" noProof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fName>
                          <m:e>
                            <m:r>
                              <a:rPr lang="nl-NL" sz="1600" i="1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func>
                        <m:d>
                          <m:dPr>
                            <m:ctrlPr>
                              <a:rPr lang="nl-NL" sz="1600" i="1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nl-NL" sz="1600" i="0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All</m:t>
                            </m:r>
                            <m:r>
                              <m:rPr>
                                <m:nor/>
                              </m:rPr>
                              <a:rPr lang="nl-NL" sz="1600" i="0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nl-NL" sz="1600" i="0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Found</m:t>
                            </m:r>
                          </m:e>
                          <m:e>
                            <m:r>
                              <a:rPr lang="nl-NL" sz="1600" i="1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nl-NL" sz="1600" i="1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nl-NL" sz="1600" i="1" noProof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</m:e>
                    </m:d>
                  </m:oMath>
                </a14:m>
                <a:endParaRPr lang="nl-NL" sz="1600" noProof="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</p:txBody>
          </p:sp>
        </mc:Choice>
        <mc:Fallback xmlns="">
          <p:sp>
            <p:nvSpPr>
              <p:cNvPr id="1029" name="Ondertitel 2">
                <a:extLst>
                  <a:ext uri="{FF2B5EF4-FFF2-40B4-BE49-F238E27FC236}">
                    <a16:creationId xmlns:a16="http://schemas.microsoft.com/office/drawing/2014/main" id="{8E158AC8-04A6-F7D7-3A56-A84968422D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258784" y="1788319"/>
                <a:ext cx="9174085" cy="1250972"/>
              </a:xfrm>
              <a:blipFill>
                <a:blip r:embed="rId5"/>
                <a:stretch>
                  <a:fillRect l="-399" t="-388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0" name="Titel 1">
            <a:extLst>
              <a:ext uri="{FF2B5EF4-FFF2-40B4-BE49-F238E27FC236}">
                <a16:creationId xmlns:a16="http://schemas.microsoft.com/office/drawing/2014/main" id="{BCD79597-7CAA-9BC2-F6D6-6D33762B50E8}"/>
              </a:ext>
            </a:extLst>
          </p:cNvPr>
          <p:cNvSpPr txBox="1">
            <a:spLocks/>
          </p:cNvSpPr>
          <p:nvPr/>
        </p:nvSpPr>
        <p:spPr>
          <a:xfrm>
            <a:off x="1245123" y="1141008"/>
            <a:ext cx="3142048" cy="5342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nl-NL" sz="2800" noProof="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B17483B4-E09B-2B75-8482-549AE4D83DEC}"/>
                  </a:ext>
                </a:extLst>
              </p:cNvPr>
              <p:cNvSpPr txBox="1"/>
              <p:nvPr/>
            </p:nvSpPr>
            <p:spPr>
              <a:xfrm>
                <a:off x="8928560" y="2941823"/>
                <a:ext cx="32634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noProof="0" dirty="0">
                    <a:solidFill>
                      <a:schemeClr val="bg1"/>
                    </a:solidFill>
                  </a:rPr>
                  <a:t>E = set omgevings- variabele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b="0" i="1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nl-NL" noProof="0" dirty="0">
                    <a:solidFill>
                      <a:schemeClr val="bg1"/>
                    </a:solidFill>
                  </a:rPr>
                  <a:t> = set zoek strategieën</a:t>
                </a:r>
              </a:p>
            </p:txBody>
          </p:sp>
        </mc:Choice>
        <mc:Fallback xmlns="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B17483B4-E09B-2B75-8482-549AE4D83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8560" y="2941823"/>
                <a:ext cx="3263440" cy="646331"/>
              </a:xfrm>
              <a:prstGeom prst="rect">
                <a:avLst/>
              </a:prstGeom>
              <a:blipFill>
                <a:blip r:embed="rId6"/>
                <a:stretch>
                  <a:fillRect l="-1682" t="-4717" b="-1509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ep 27">
            <a:extLst>
              <a:ext uri="{FF2B5EF4-FFF2-40B4-BE49-F238E27FC236}">
                <a16:creationId xmlns:a16="http://schemas.microsoft.com/office/drawing/2014/main" id="{F68638CB-4157-B2A7-9A88-58576A650495}"/>
              </a:ext>
            </a:extLst>
          </p:cNvPr>
          <p:cNvGrpSpPr/>
          <p:nvPr/>
        </p:nvGrpSpPr>
        <p:grpSpPr>
          <a:xfrm>
            <a:off x="5261319" y="3996035"/>
            <a:ext cx="3851161" cy="2246812"/>
            <a:chOff x="1003300" y="3857897"/>
            <a:chExt cx="3851161" cy="2246812"/>
          </a:xfrm>
        </p:grpSpPr>
        <p:cxnSp>
          <p:nvCxnSpPr>
            <p:cNvPr id="5" name="Rechte verbindingslijn 4">
              <a:extLst>
                <a:ext uri="{FF2B5EF4-FFF2-40B4-BE49-F238E27FC236}">
                  <a16:creationId xmlns:a16="http://schemas.microsoft.com/office/drawing/2014/main" id="{6510E6F1-9F17-559F-2028-8E3F6AD91E14}"/>
                </a:ext>
              </a:extLst>
            </p:cNvPr>
            <p:cNvCxnSpPr/>
            <p:nvPr/>
          </p:nvCxnSpPr>
          <p:spPr>
            <a:xfrm>
              <a:off x="1053895" y="3857897"/>
              <a:ext cx="0" cy="224681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Rechte verbindingslijn 5">
              <a:extLst>
                <a:ext uri="{FF2B5EF4-FFF2-40B4-BE49-F238E27FC236}">
                  <a16:creationId xmlns:a16="http://schemas.microsoft.com/office/drawing/2014/main" id="{1D47198F-E1F0-B3C5-34C6-ED5B8481C7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895" y="6104709"/>
              <a:ext cx="289544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Vrije vorm: vorm 12">
              <a:extLst>
                <a:ext uri="{FF2B5EF4-FFF2-40B4-BE49-F238E27FC236}">
                  <a16:creationId xmlns:a16="http://schemas.microsoft.com/office/drawing/2014/main" id="{7217736F-29B0-FF54-0BC1-B7E1870C1259}"/>
                </a:ext>
              </a:extLst>
            </p:cNvPr>
            <p:cNvSpPr/>
            <p:nvPr/>
          </p:nvSpPr>
          <p:spPr>
            <a:xfrm>
              <a:off x="1079499" y="4217126"/>
              <a:ext cx="2809784" cy="1656690"/>
            </a:xfrm>
            <a:custGeom>
              <a:avLst/>
              <a:gdLst>
                <a:gd name="connsiteX0" fmla="*/ 0 w 3384550"/>
                <a:gd name="connsiteY0" fmla="*/ 1219200 h 1682815"/>
                <a:gd name="connsiteX1" fmla="*/ 952500 w 3384550"/>
                <a:gd name="connsiteY1" fmla="*/ 69850 h 1682815"/>
                <a:gd name="connsiteX2" fmla="*/ 2025650 w 3384550"/>
                <a:gd name="connsiteY2" fmla="*/ 1682750 h 1682815"/>
                <a:gd name="connsiteX3" fmla="*/ 3384550 w 3384550"/>
                <a:gd name="connsiteY3" fmla="*/ 0 h 1682815"/>
                <a:gd name="connsiteX0" fmla="*/ 0 w 2914287"/>
                <a:gd name="connsiteY0" fmla="*/ 1193075 h 1656690"/>
                <a:gd name="connsiteX1" fmla="*/ 952500 w 2914287"/>
                <a:gd name="connsiteY1" fmla="*/ 43725 h 1656690"/>
                <a:gd name="connsiteX2" fmla="*/ 2025650 w 2914287"/>
                <a:gd name="connsiteY2" fmla="*/ 1656625 h 1656690"/>
                <a:gd name="connsiteX3" fmla="*/ 2914287 w 2914287"/>
                <a:gd name="connsiteY3" fmla="*/ 0 h 1656690"/>
                <a:gd name="connsiteX0" fmla="*/ 0 w 2809784"/>
                <a:gd name="connsiteY0" fmla="*/ 1193075 h 1656690"/>
                <a:gd name="connsiteX1" fmla="*/ 952500 w 2809784"/>
                <a:gd name="connsiteY1" fmla="*/ 43725 h 1656690"/>
                <a:gd name="connsiteX2" fmla="*/ 2025650 w 2809784"/>
                <a:gd name="connsiteY2" fmla="*/ 1656625 h 1656690"/>
                <a:gd name="connsiteX3" fmla="*/ 2809784 w 2809784"/>
                <a:gd name="connsiteY3" fmla="*/ 0 h 165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9784" h="1656690">
                  <a:moveTo>
                    <a:pt x="0" y="1193075"/>
                  </a:moveTo>
                  <a:cubicBezTo>
                    <a:pt x="307446" y="579771"/>
                    <a:pt x="614892" y="-33533"/>
                    <a:pt x="952500" y="43725"/>
                  </a:cubicBezTo>
                  <a:cubicBezTo>
                    <a:pt x="1290108" y="120983"/>
                    <a:pt x="1620309" y="1668267"/>
                    <a:pt x="2025650" y="1656625"/>
                  </a:cubicBezTo>
                  <a:cubicBezTo>
                    <a:pt x="2430991" y="1644983"/>
                    <a:pt x="2516626" y="260350"/>
                    <a:pt x="2809784" y="0"/>
                  </a:cubicBezTo>
                </a:path>
              </a:pathLst>
            </a:custGeom>
            <a:ln w="1905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14" name="Vrije vorm: vorm 13">
              <a:extLst>
                <a:ext uri="{FF2B5EF4-FFF2-40B4-BE49-F238E27FC236}">
                  <a16:creationId xmlns:a16="http://schemas.microsoft.com/office/drawing/2014/main" id="{EC4CFF38-84AC-6AE2-EA52-7C617EDEE017}"/>
                </a:ext>
              </a:extLst>
            </p:cNvPr>
            <p:cNvSpPr/>
            <p:nvPr/>
          </p:nvSpPr>
          <p:spPr>
            <a:xfrm>
              <a:off x="1060450" y="4705353"/>
              <a:ext cx="2941683" cy="1098547"/>
            </a:xfrm>
            <a:custGeom>
              <a:avLst/>
              <a:gdLst>
                <a:gd name="connsiteX0" fmla="*/ 0 w 3657600"/>
                <a:gd name="connsiteY0" fmla="*/ 1711525 h 1711525"/>
                <a:gd name="connsiteX1" fmla="*/ 533400 w 3657600"/>
                <a:gd name="connsiteY1" fmla="*/ 3375 h 1711525"/>
                <a:gd name="connsiteX2" fmla="*/ 1092200 w 3657600"/>
                <a:gd name="connsiteY2" fmla="*/ 1247975 h 1711525"/>
                <a:gd name="connsiteX3" fmla="*/ 1885950 w 3657600"/>
                <a:gd name="connsiteY3" fmla="*/ 289125 h 1711525"/>
                <a:gd name="connsiteX4" fmla="*/ 2578100 w 3657600"/>
                <a:gd name="connsiteY4" fmla="*/ 968575 h 1711525"/>
                <a:gd name="connsiteX5" fmla="*/ 3263900 w 3657600"/>
                <a:gd name="connsiteY5" fmla="*/ 676475 h 1711525"/>
                <a:gd name="connsiteX6" fmla="*/ 3657600 w 3657600"/>
                <a:gd name="connsiteY6" fmla="*/ 993975 h 1711525"/>
                <a:gd name="connsiteX0" fmla="*/ 0 w 3657600"/>
                <a:gd name="connsiteY0" fmla="*/ 1711525 h 1711525"/>
                <a:gd name="connsiteX1" fmla="*/ 533400 w 3657600"/>
                <a:gd name="connsiteY1" fmla="*/ 3375 h 1711525"/>
                <a:gd name="connsiteX2" fmla="*/ 1092200 w 3657600"/>
                <a:gd name="connsiteY2" fmla="*/ 1247975 h 1711525"/>
                <a:gd name="connsiteX3" fmla="*/ 1885950 w 3657600"/>
                <a:gd name="connsiteY3" fmla="*/ 289125 h 1711525"/>
                <a:gd name="connsiteX4" fmla="*/ 2578100 w 3657600"/>
                <a:gd name="connsiteY4" fmla="*/ 968575 h 1711525"/>
                <a:gd name="connsiteX5" fmla="*/ 3115854 w 3657600"/>
                <a:gd name="connsiteY5" fmla="*/ 662906 h 1711525"/>
                <a:gd name="connsiteX6" fmla="*/ 3657600 w 3657600"/>
                <a:gd name="connsiteY6" fmla="*/ 993975 h 1711525"/>
                <a:gd name="connsiteX0" fmla="*/ 0 w 3155774"/>
                <a:gd name="connsiteY0" fmla="*/ 1711525 h 1711525"/>
                <a:gd name="connsiteX1" fmla="*/ 533400 w 3155774"/>
                <a:gd name="connsiteY1" fmla="*/ 3375 h 1711525"/>
                <a:gd name="connsiteX2" fmla="*/ 1092200 w 3155774"/>
                <a:gd name="connsiteY2" fmla="*/ 1247975 h 1711525"/>
                <a:gd name="connsiteX3" fmla="*/ 1885950 w 3155774"/>
                <a:gd name="connsiteY3" fmla="*/ 289125 h 1711525"/>
                <a:gd name="connsiteX4" fmla="*/ 2578100 w 3155774"/>
                <a:gd name="connsiteY4" fmla="*/ 968575 h 1711525"/>
                <a:gd name="connsiteX5" fmla="*/ 3115854 w 3155774"/>
                <a:gd name="connsiteY5" fmla="*/ 662906 h 1711525"/>
                <a:gd name="connsiteX6" fmla="*/ 2934788 w 3155774"/>
                <a:gd name="connsiteY6" fmla="*/ 1373876 h 1711525"/>
                <a:gd name="connsiteX0" fmla="*/ 0 w 3431177"/>
                <a:gd name="connsiteY0" fmla="*/ 1711525 h 1711525"/>
                <a:gd name="connsiteX1" fmla="*/ 533400 w 3431177"/>
                <a:gd name="connsiteY1" fmla="*/ 3375 h 1711525"/>
                <a:gd name="connsiteX2" fmla="*/ 1092200 w 3431177"/>
                <a:gd name="connsiteY2" fmla="*/ 1247975 h 1711525"/>
                <a:gd name="connsiteX3" fmla="*/ 1885950 w 3431177"/>
                <a:gd name="connsiteY3" fmla="*/ 289125 h 1711525"/>
                <a:gd name="connsiteX4" fmla="*/ 2578100 w 3431177"/>
                <a:gd name="connsiteY4" fmla="*/ 968575 h 1711525"/>
                <a:gd name="connsiteX5" fmla="*/ 3115854 w 3431177"/>
                <a:gd name="connsiteY5" fmla="*/ 662906 h 1711525"/>
                <a:gd name="connsiteX6" fmla="*/ 3431177 w 3431177"/>
                <a:gd name="connsiteY6" fmla="*/ 980407 h 1711525"/>
                <a:gd name="connsiteX0" fmla="*/ 0 w 3431177"/>
                <a:gd name="connsiteY0" fmla="*/ 1711525 h 1711525"/>
                <a:gd name="connsiteX1" fmla="*/ 533400 w 3431177"/>
                <a:gd name="connsiteY1" fmla="*/ 3375 h 1711525"/>
                <a:gd name="connsiteX2" fmla="*/ 1092200 w 3431177"/>
                <a:gd name="connsiteY2" fmla="*/ 1247975 h 1711525"/>
                <a:gd name="connsiteX3" fmla="*/ 1885950 w 3431177"/>
                <a:gd name="connsiteY3" fmla="*/ 289125 h 1711525"/>
                <a:gd name="connsiteX4" fmla="*/ 2578100 w 3431177"/>
                <a:gd name="connsiteY4" fmla="*/ 968575 h 1711525"/>
                <a:gd name="connsiteX5" fmla="*/ 2898140 w 3431177"/>
                <a:gd name="connsiteY5" fmla="*/ 662906 h 1711525"/>
                <a:gd name="connsiteX6" fmla="*/ 3431177 w 3431177"/>
                <a:gd name="connsiteY6" fmla="*/ 980407 h 1711525"/>
                <a:gd name="connsiteX0" fmla="*/ 0 w 3431177"/>
                <a:gd name="connsiteY0" fmla="*/ 1711525 h 1711525"/>
                <a:gd name="connsiteX1" fmla="*/ 533400 w 3431177"/>
                <a:gd name="connsiteY1" fmla="*/ 3375 h 1711525"/>
                <a:gd name="connsiteX2" fmla="*/ 1092200 w 3431177"/>
                <a:gd name="connsiteY2" fmla="*/ 1247975 h 1711525"/>
                <a:gd name="connsiteX3" fmla="*/ 1885950 w 3431177"/>
                <a:gd name="connsiteY3" fmla="*/ 289125 h 1711525"/>
                <a:gd name="connsiteX4" fmla="*/ 2491014 w 3431177"/>
                <a:gd name="connsiteY4" fmla="*/ 1049984 h 1711525"/>
                <a:gd name="connsiteX5" fmla="*/ 2898140 w 3431177"/>
                <a:gd name="connsiteY5" fmla="*/ 662906 h 1711525"/>
                <a:gd name="connsiteX6" fmla="*/ 3431177 w 3431177"/>
                <a:gd name="connsiteY6" fmla="*/ 980407 h 1711525"/>
                <a:gd name="connsiteX0" fmla="*/ 0 w 3431177"/>
                <a:gd name="connsiteY0" fmla="*/ 1711525 h 1711525"/>
                <a:gd name="connsiteX1" fmla="*/ 533400 w 3431177"/>
                <a:gd name="connsiteY1" fmla="*/ 3375 h 1711525"/>
                <a:gd name="connsiteX2" fmla="*/ 1092200 w 3431177"/>
                <a:gd name="connsiteY2" fmla="*/ 1247975 h 1711525"/>
                <a:gd name="connsiteX3" fmla="*/ 1885950 w 3431177"/>
                <a:gd name="connsiteY3" fmla="*/ 289125 h 1711525"/>
                <a:gd name="connsiteX4" fmla="*/ 2491014 w 3431177"/>
                <a:gd name="connsiteY4" fmla="*/ 1049984 h 1711525"/>
                <a:gd name="connsiteX5" fmla="*/ 2941683 w 3431177"/>
                <a:gd name="connsiteY5" fmla="*/ 649339 h 1711525"/>
                <a:gd name="connsiteX6" fmla="*/ 3431177 w 3431177"/>
                <a:gd name="connsiteY6" fmla="*/ 980407 h 1711525"/>
                <a:gd name="connsiteX0" fmla="*/ 0 w 2941683"/>
                <a:gd name="connsiteY0" fmla="*/ 1711525 h 1711525"/>
                <a:gd name="connsiteX1" fmla="*/ 533400 w 2941683"/>
                <a:gd name="connsiteY1" fmla="*/ 3375 h 1711525"/>
                <a:gd name="connsiteX2" fmla="*/ 1092200 w 2941683"/>
                <a:gd name="connsiteY2" fmla="*/ 1247975 h 1711525"/>
                <a:gd name="connsiteX3" fmla="*/ 1885950 w 2941683"/>
                <a:gd name="connsiteY3" fmla="*/ 289125 h 1711525"/>
                <a:gd name="connsiteX4" fmla="*/ 2491014 w 2941683"/>
                <a:gd name="connsiteY4" fmla="*/ 1049984 h 1711525"/>
                <a:gd name="connsiteX5" fmla="*/ 2941683 w 2941683"/>
                <a:gd name="connsiteY5" fmla="*/ 649339 h 171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41683" h="1711525">
                  <a:moveTo>
                    <a:pt x="0" y="1711525"/>
                  </a:moveTo>
                  <a:cubicBezTo>
                    <a:pt x="175683" y="896079"/>
                    <a:pt x="351367" y="80633"/>
                    <a:pt x="533400" y="3375"/>
                  </a:cubicBezTo>
                  <a:cubicBezTo>
                    <a:pt x="715433" y="-73883"/>
                    <a:pt x="866775" y="1200350"/>
                    <a:pt x="1092200" y="1247975"/>
                  </a:cubicBezTo>
                  <a:cubicBezTo>
                    <a:pt x="1317625" y="1295600"/>
                    <a:pt x="1652814" y="322123"/>
                    <a:pt x="1885950" y="289125"/>
                  </a:cubicBezTo>
                  <a:cubicBezTo>
                    <a:pt x="2119086" y="256127"/>
                    <a:pt x="2315059" y="989948"/>
                    <a:pt x="2491014" y="1049984"/>
                  </a:cubicBezTo>
                  <a:cubicBezTo>
                    <a:pt x="2666970" y="1110020"/>
                    <a:pt x="2761766" y="645106"/>
                    <a:pt x="2941683" y="649339"/>
                  </a:cubicBezTo>
                </a:path>
              </a:pathLst>
            </a:cu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cxnSp>
          <p:nvCxnSpPr>
            <p:cNvPr id="16" name="Rechte verbindingslijn 15">
              <a:extLst>
                <a:ext uri="{FF2B5EF4-FFF2-40B4-BE49-F238E27FC236}">
                  <a16:creationId xmlns:a16="http://schemas.microsoft.com/office/drawing/2014/main" id="{70688A1D-4D07-BFE9-D841-D205A69B1E99}"/>
                </a:ext>
              </a:extLst>
            </p:cNvPr>
            <p:cNvCxnSpPr>
              <a:cxnSpLocks/>
            </p:cNvCxnSpPr>
            <p:nvPr/>
          </p:nvCxnSpPr>
          <p:spPr>
            <a:xfrm>
              <a:off x="1003300" y="5524500"/>
              <a:ext cx="2946037" cy="0"/>
            </a:xfrm>
            <a:prstGeom prst="line">
              <a:avLst/>
            </a:prstGeom>
            <a:ln w="28575">
              <a:solidFill>
                <a:srgbClr val="FF9F81">
                  <a:alpha val="80000"/>
                </a:srgbClr>
              </a:solidFill>
              <a:prstDash val="lg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Rechte verbindingslijn 16">
              <a:extLst>
                <a:ext uri="{FF2B5EF4-FFF2-40B4-BE49-F238E27FC236}">
                  <a16:creationId xmlns:a16="http://schemas.microsoft.com/office/drawing/2014/main" id="{9EC69BA8-6FF7-C816-6959-3A0D591C2DAC}"/>
                </a:ext>
              </a:extLst>
            </p:cNvPr>
            <p:cNvCxnSpPr>
              <a:cxnSpLocks/>
            </p:cNvCxnSpPr>
            <p:nvPr/>
          </p:nvCxnSpPr>
          <p:spPr>
            <a:xfrm>
              <a:off x="1003300" y="5873815"/>
              <a:ext cx="2946037" cy="0"/>
            </a:xfrm>
            <a:prstGeom prst="line">
              <a:avLst/>
            </a:prstGeom>
            <a:ln>
              <a:solidFill>
                <a:schemeClr val="bg1">
                  <a:alpha val="80000"/>
                </a:schemeClr>
              </a:solidFill>
              <a:prstDash val="lg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AC7A1428-86FE-B425-E960-7DDE89F4C33E}"/>
                </a:ext>
              </a:extLst>
            </p:cNvPr>
            <p:cNvGrpSpPr/>
            <p:nvPr/>
          </p:nvGrpSpPr>
          <p:grpSpPr>
            <a:xfrm>
              <a:off x="4002133" y="3982518"/>
              <a:ext cx="852328" cy="276999"/>
              <a:chOff x="1553891" y="3747700"/>
              <a:chExt cx="852328" cy="276999"/>
            </a:xfrm>
          </p:grpSpPr>
          <p:sp>
            <p:nvSpPr>
              <p:cNvPr id="18" name="Ovaal 17">
                <a:extLst>
                  <a:ext uri="{FF2B5EF4-FFF2-40B4-BE49-F238E27FC236}">
                    <a16:creationId xmlns:a16="http://schemas.microsoft.com/office/drawing/2014/main" id="{6686C4C0-CC0C-25C6-AFD7-2F2224CF4325}"/>
                  </a:ext>
                </a:extLst>
              </p:cNvPr>
              <p:cNvSpPr/>
              <p:nvPr/>
            </p:nvSpPr>
            <p:spPr>
              <a:xfrm>
                <a:off x="1553891" y="3837195"/>
                <a:ext cx="117156" cy="11715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kstvak 18">
                <a:extLst>
                  <a:ext uri="{FF2B5EF4-FFF2-40B4-BE49-F238E27FC236}">
                    <a16:creationId xmlns:a16="http://schemas.microsoft.com/office/drawing/2014/main" id="{14E7B1C1-DA7A-8194-715A-C5D6D2903E91}"/>
                  </a:ext>
                </a:extLst>
              </p:cNvPr>
              <p:cNvSpPr txBox="1"/>
              <p:nvPr/>
            </p:nvSpPr>
            <p:spPr>
              <a:xfrm>
                <a:off x="1612469" y="3747700"/>
                <a:ext cx="7937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200" noProof="0" dirty="0">
                    <a:solidFill>
                      <a:schemeClr val="bg1"/>
                    </a:solidFill>
                  </a:rPr>
                  <a:t>Tactiek 1</a:t>
                </a: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078C2E6C-9222-83EE-0530-A70D334FE916}"/>
                </a:ext>
              </a:extLst>
            </p:cNvPr>
            <p:cNvGrpSpPr/>
            <p:nvPr/>
          </p:nvGrpSpPr>
          <p:grpSpPr>
            <a:xfrm>
              <a:off x="4002133" y="4248071"/>
              <a:ext cx="852328" cy="276999"/>
              <a:chOff x="1553891" y="3747700"/>
              <a:chExt cx="852328" cy="276999"/>
            </a:xfrm>
          </p:grpSpPr>
          <p:sp>
            <p:nvSpPr>
              <p:cNvPr id="22" name="Ovaal 21">
                <a:extLst>
                  <a:ext uri="{FF2B5EF4-FFF2-40B4-BE49-F238E27FC236}">
                    <a16:creationId xmlns:a16="http://schemas.microsoft.com/office/drawing/2014/main" id="{C43407C6-E0F0-802E-C9F8-B3BC4EF78852}"/>
                  </a:ext>
                </a:extLst>
              </p:cNvPr>
              <p:cNvSpPr/>
              <p:nvPr/>
            </p:nvSpPr>
            <p:spPr>
              <a:xfrm>
                <a:off x="1553891" y="3837195"/>
                <a:ext cx="117156" cy="117156"/>
              </a:xfrm>
              <a:prstGeom prst="ellipse">
                <a:avLst/>
              </a:prstGeom>
              <a:solidFill>
                <a:srgbClr val="E9713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 dirty="0"/>
              </a:p>
            </p:txBody>
          </p:sp>
          <p:sp>
            <p:nvSpPr>
              <p:cNvPr id="23" name="Tekstvak 22">
                <a:extLst>
                  <a:ext uri="{FF2B5EF4-FFF2-40B4-BE49-F238E27FC236}">
                    <a16:creationId xmlns:a16="http://schemas.microsoft.com/office/drawing/2014/main" id="{5D957278-9E6A-AEFA-15B0-8AC36A9B1C67}"/>
                  </a:ext>
                </a:extLst>
              </p:cNvPr>
              <p:cNvSpPr txBox="1"/>
              <p:nvPr/>
            </p:nvSpPr>
            <p:spPr>
              <a:xfrm>
                <a:off x="1612469" y="3747700"/>
                <a:ext cx="7937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200" noProof="0" dirty="0">
                    <a:solidFill>
                      <a:srgbClr val="E97132"/>
                    </a:solidFill>
                  </a:rPr>
                  <a:t>Tactiek 2</a:t>
                </a:r>
              </a:p>
            </p:txBody>
          </p:sp>
        </p:grpSp>
      </p:grpSp>
      <p:grpSp>
        <p:nvGrpSpPr>
          <p:cNvPr id="29" name="Groep 28">
            <a:extLst>
              <a:ext uri="{FF2B5EF4-FFF2-40B4-BE49-F238E27FC236}">
                <a16:creationId xmlns:a16="http://schemas.microsoft.com/office/drawing/2014/main" id="{DFB74820-B62D-5465-742D-974F3B29545E}"/>
              </a:ext>
            </a:extLst>
          </p:cNvPr>
          <p:cNvGrpSpPr/>
          <p:nvPr/>
        </p:nvGrpSpPr>
        <p:grpSpPr>
          <a:xfrm>
            <a:off x="924689" y="3996035"/>
            <a:ext cx="5426949" cy="2670602"/>
            <a:chOff x="38623" y="3857897"/>
            <a:chExt cx="5426949" cy="2670602"/>
          </a:xfrm>
        </p:grpSpPr>
        <p:cxnSp>
          <p:nvCxnSpPr>
            <p:cNvPr id="30" name="Rechte verbindingslijn 29">
              <a:extLst>
                <a:ext uri="{FF2B5EF4-FFF2-40B4-BE49-F238E27FC236}">
                  <a16:creationId xmlns:a16="http://schemas.microsoft.com/office/drawing/2014/main" id="{4FCB9D62-8384-B8D9-B733-1622CE009C85}"/>
                </a:ext>
              </a:extLst>
            </p:cNvPr>
            <p:cNvCxnSpPr/>
            <p:nvPr/>
          </p:nvCxnSpPr>
          <p:spPr>
            <a:xfrm>
              <a:off x="1053895" y="3857897"/>
              <a:ext cx="0" cy="224681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30">
              <a:extLst>
                <a:ext uri="{FF2B5EF4-FFF2-40B4-BE49-F238E27FC236}">
                  <a16:creationId xmlns:a16="http://schemas.microsoft.com/office/drawing/2014/main" id="{2E7BF285-37D6-F1F0-1E0C-CE95B8F44B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3895" y="6104709"/>
              <a:ext cx="289544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Vrije vorm: vorm 31">
              <a:extLst>
                <a:ext uri="{FF2B5EF4-FFF2-40B4-BE49-F238E27FC236}">
                  <a16:creationId xmlns:a16="http://schemas.microsoft.com/office/drawing/2014/main" id="{C10DF6AB-D316-3ED9-EF76-01661843B3F9}"/>
                </a:ext>
              </a:extLst>
            </p:cNvPr>
            <p:cNvSpPr/>
            <p:nvPr/>
          </p:nvSpPr>
          <p:spPr>
            <a:xfrm>
              <a:off x="1079499" y="4217126"/>
              <a:ext cx="2809784" cy="1656690"/>
            </a:xfrm>
            <a:custGeom>
              <a:avLst/>
              <a:gdLst>
                <a:gd name="connsiteX0" fmla="*/ 0 w 3384550"/>
                <a:gd name="connsiteY0" fmla="*/ 1219200 h 1682815"/>
                <a:gd name="connsiteX1" fmla="*/ 952500 w 3384550"/>
                <a:gd name="connsiteY1" fmla="*/ 69850 h 1682815"/>
                <a:gd name="connsiteX2" fmla="*/ 2025650 w 3384550"/>
                <a:gd name="connsiteY2" fmla="*/ 1682750 h 1682815"/>
                <a:gd name="connsiteX3" fmla="*/ 3384550 w 3384550"/>
                <a:gd name="connsiteY3" fmla="*/ 0 h 1682815"/>
                <a:gd name="connsiteX0" fmla="*/ 0 w 2914287"/>
                <a:gd name="connsiteY0" fmla="*/ 1193075 h 1656690"/>
                <a:gd name="connsiteX1" fmla="*/ 952500 w 2914287"/>
                <a:gd name="connsiteY1" fmla="*/ 43725 h 1656690"/>
                <a:gd name="connsiteX2" fmla="*/ 2025650 w 2914287"/>
                <a:gd name="connsiteY2" fmla="*/ 1656625 h 1656690"/>
                <a:gd name="connsiteX3" fmla="*/ 2914287 w 2914287"/>
                <a:gd name="connsiteY3" fmla="*/ 0 h 1656690"/>
                <a:gd name="connsiteX0" fmla="*/ 0 w 2809784"/>
                <a:gd name="connsiteY0" fmla="*/ 1193075 h 1656690"/>
                <a:gd name="connsiteX1" fmla="*/ 952500 w 2809784"/>
                <a:gd name="connsiteY1" fmla="*/ 43725 h 1656690"/>
                <a:gd name="connsiteX2" fmla="*/ 2025650 w 2809784"/>
                <a:gd name="connsiteY2" fmla="*/ 1656625 h 1656690"/>
                <a:gd name="connsiteX3" fmla="*/ 2809784 w 2809784"/>
                <a:gd name="connsiteY3" fmla="*/ 0 h 1656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9784" h="1656690">
                  <a:moveTo>
                    <a:pt x="0" y="1193075"/>
                  </a:moveTo>
                  <a:cubicBezTo>
                    <a:pt x="307446" y="579771"/>
                    <a:pt x="614892" y="-33533"/>
                    <a:pt x="952500" y="43725"/>
                  </a:cubicBezTo>
                  <a:cubicBezTo>
                    <a:pt x="1290108" y="120983"/>
                    <a:pt x="1620309" y="1668267"/>
                    <a:pt x="2025650" y="1656625"/>
                  </a:cubicBezTo>
                  <a:cubicBezTo>
                    <a:pt x="2430991" y="1644983"/>
                    <a:pt x="2516626" y="260350"/>
                    <a:pt x="2809784" y="0"/>
                  </a:cubicBezTo>
                </a:path>
              </a:pathLst>
            </a:custGeom>
            <a:ln w="19050">
              <a:solidFill>
                <a:schemeClr val="bg1"/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sp>
          <p:nvSpPr>
            <p:cNvPr id="33" name="Vrije vorm: vorm 32">
              <a:extLst>
                <a:ext uri="{FF2B5EF4-FFF2-40B4-BE49-F238E27FC236}">
                  <a16:creationId xmlns:a16="http://schemas.microsoft.com/office/drawing/2014/main" id="{7E2CE1F8-4014-0E8C-1957-9D2F525114F5}"/>
                </a:ext>
              </a:extLst>
            </p:cNvPr>
            <p:cNvSpPr/>
            <p:nvPr/>
          </p:nvSpPr>
          <p:spPr>
            <a:xfrm>
              <a:off x="1060450" y="4705353"/>
              <a:ext cx="2941683" cy="1098547"/>
            </a:xfrm>
            <a:custGeom>
              <a:avLst/>
              <a:gdLst>
                <a:gd name="connsiteX0" fmla="*/ 0 w 3657600"/>
                <a:gd name="connsiteY0" fmla="*/ 1711525 h 1711525"/>
                <a:gd name="connsiteX1" fmla="*/ 533400 w 3657600"/>
                <a:gd name="connsiteY1" fmla="*/ 3375 h 1711525"/>
                <a:gd name="connsiteX2" fmla="*/ 1092200 w 3657600"/>
                <a:gd name="connsiteY2" fmla="*/ 1247975 h 1711525"/>
                <a:gd name="connsiteX3" fmla="*/ 1885950 w 3657600"/>
                <a:gd name="connsiteY3" fmla="*/ 289125 h 1711525"/>
                <a:gd name="connsiteX4" fmla="*/ 2578100 w 3657600"/>
                <a:gd name="connsiteY4" fmla="*/ 968575 h 1711525"/>
                <a:gd name="connsiteX5" fmla="*/ 3263900 w 3657600"/>
                <a:gd name="connsiteY5" fmla="*/ 676475 h 1711525"/>
                <a:gd name="connsiteX6" fmla="*/ 3657600 w 3657600"/>
                <a:gd name="connsiteY6" fmla="*/ 993975 h 1711525"/>
                <a:gd name="connsiteX0" fmla="*/ 0 w 3657600"/>
                <a:gd name="connsiteY0" fmla="*/ 1711525 h 1711525"/>
                <a:gd name="connsiteX1" fmla="*/ 533400 w 3657600"/>
                <a:gd name="connsiteY1" fmla="*/ 3375 h 1711525"/>
                <a:gd name="connsiteX2" fmla="*/ 1092200 w 3657600"/>
                <a:gd name="connsiteY2" fmla="*/ 1247975 h 1711525"/>
                <a:gd name="connsiteX3" fmla="*/ 1885950 w 3657600"/>
                <a:gd name="connsiteY3" fmla="*/ 289125 h 1711525"/>
                <a:gd name="connsiteX4" fmla="*/ 2578100 w 3657600"/>
                <a:gd name="connsiteY4" fmla="*/ 968575 h 1711525"/>
                <a:gd name="connsiteX5" fmla="*/ 3115854 w 3657600"/>
                <a:gd name="connsiteY5" fmla="*/ 662906 h 1711525"/>
                <a:gd name="connsiteX6" fmla="*/ 3657600 w 3657600"/>
                <a:gd name="connsiteY6" fmla="*/ 993975 h 1711525"/>
                <a:gd name="connsiteX0" fmla="*/ 0 w 3155774"/>
                <a:gd name="connsiteY0" fmla="*/ 1711525 h 1711525"/>
                <a:gd name="connsiteX1" fmla="*/ 533400 w 3155774"/>
                <a:gd name="connsiteY1" fmla="*/ 3375 h 1711525"/>
                <a:gd name="connsiteX2" fmla="*/ 1092200 w 3155774"/>
                <a:gd name="connsiteY2" fmla="*/ 1247975 h 1711525"/>
                <a:gd name="connsiteX3" fmla="*/ 1885950 w 3155774"/>
                <a:gd name="connsiteY3" fmla="*/ 289125 h 1711525"/>
                <a:gd name="connsiteX4" fmla="*/ 2578100 w 3155774"/>
                <a:gd name="connsiteY4" fmla="*/ 968575 h 1711525"/>
                <a:gd name="connsiteX5" fmla="*/ 3115854 w 3155774"/>
                <a:gd name="connsiteY5" fmla="*/ 662906 h 1711525"/>
                <a:gd name="connsiteX6" fmla="*/ 2934788 w 3155774"/>
                <a:gd name="connsiteY6" fmla="*/ 1373876 h 1711525"/>
                <a:gd name="connsiteX0" fmla="*/ 0 w 3431177"/>
                <a:gd name="connsiteY0" fmla="*/ 1711525 h 1711525"/>
                <a:gd name="connsiteX1" fmla="*/ 533400 w 3431177"/>
                <a:gd name="connsiteY1" fmla="*/ 3375 h 1711525"/>
                <a:gd name="connsiteX2" fmla="*/ 1092200 w 3431177"/>
                <a:gd name="connsiteY2" fmla="*/ 1247975 h 1711525"/>
                <a:gd name="connsiteX3" fmla="*/ 1885950 w 3431177"/>
                <a:gd name="connsiteY3" fmla="*/ 289125 h 1711525"/>
                <a:gd name="connsiteX4" fmla="*/ 2578100 w 3431177"/>
                <a:gd name="connsiteY4" fmla="*/ 968575 h 1711525"/>
                <a:gd name="connsiteX5" fmla="*/ 3115854 w 3431177"/>
                <a:gd name="connsiteY5" fmla="*/ 662906 h 1711525"/>
                <a:gd name="connsiteX6" fmla="*/ 3431177 w 3431177"/>
                <a:gd name="connsiteY6" fmla="*/ 980407 h 1711525"/>
                <a:gd name="connsiteX0" fmla="*/ 0 w 3431177"/>
                <a:gd name="connsiteY0" fmla="*/ 1711525 h 1711525"/>
                <a:gd name="connsiteX1" fmla="*/ 533400 w 3431177"/>
                <a:gd name="connsiteY1" fmla="*/ 3375 h 1711525"/>
                <a:gd name="connsiteX2" fmla="*/ 1092200 w 3431177"/>
                <a:gd name="connsiteY2" fmla="*/ 1247975 h 1711525"/>
                <a:gd name="connsiteX3" fmla="*/ 1885950 w 3431177"/>
                <a:gd name="connsiteY3" fmla="*/ 289125 h 1711525"/>
                <a:gd name="connsiteX4" fmla="*/ 2578100 w 3431177"/>
                <a:gd name="connsiteY4" fmla="*/ 968575 h 1711525"/>
                <a:gd name="connsiteX5" fmla="*/ 2898140 w 3431177"/>
                <a:gd name="connsiteY5" fmla="*/ 662906 h 1711525"/>
                <a:gd name="connsiteX6" fmla="*/ 3431177 w 3431177"/>
                <a:gd name="connsiteY6" fmla="*/ 980407 h 1711525"/>
                <a:gd name="connsiteX0" fmla="*/ 0 w 3431177"/>
                <a:gd name="connsiteY0" fmla="*/ 1711525 h 1711525"/>
                <a:gd name="connsiteX1" fmla="*/ 533400 w 3431177"/>
                <a:gd name="connsiteY1" fmla="*/ 3375 h 1711525"/>
                <a:gd name="connsiteX2" fmla="*/ 1092200 w 3431177"/>
                <a:gd name="connsiteY2" fmla="*/ 1247975 h 1711525"/>
                <a:gd name="connsiteX3" fmla="*/ 1885950 w 3431177"/>
                <a:gd name="connsiteY3" fmla="*/ 289125 h 1711525"/>
                <a:gd name="connsiteX4" fmla="*/ 2491014 w 3431177"/>
                <a:gd name="connsiteY4" fmla="*/ 1049984 h 1711525"/>
                <a:gd name="connsiteX5" fmla="*/ 2898140 w 3431177"/>
                <a:gd name="connsiteY5" fmla="*/ 662906 h 1711525"/>
                <a:gd name="connsiteX6" fmla="*/ 3431177 w 3431177"/>
                <a:gd name="connsiteY6" fmla="*/ 980407 h 1711525"/>
                <a:gd name="connsiteX0" fmla="*/ 0 w 3431177"/>
                <a:gd name="connsiteY0" fmla="*/ 1711525 h 1711525"/>
                <a:gd name="connsiteX1" fmla="*/ 533400 w 3431177"/>
                <a:gd name="connsiteY1" fmla="*/ 3375 h 1711525"/>
                <a:gd name="connsiteX2" fmla="*/ 1092200 w 3431177"/>
                <a:gd name="connsiteY2" fmla="*/ 1247975 h 1711525"/>
                <a:gd name="connsiteX3" fmla="*/ 1885950 w 3431177"/>
                <a:gd name="connsiteY3" fmla="*/ 289125 h 1711525"/>
                <a:gd name="connsiteX4" fmla="*/ 2491014 w 3431177"/>
                <a:gd name="connsiteY4" fmla="*/ 1049984 h 1711525"/>
                <a:gd name="connsiteX5" fmla="*/ 2941683 w 3431177"/>
                <a:gd name="connsiteY5" fmla="*/ 649339 h 1711525"/>
                <a:gd name="connsiteX6" fmla="*/ 3431177 w 3431177"/>
                <a:gd name="connsiteY6" fmla="*/ 980407 h 1711525"/>
                <a:gd name="connsiteX0" fmla="*/ 0 w 2941683"/>
                <a:gd name="connsiteY0" fmla="*/ 1711525 h 1711525"/>
                <a:gd name="connsiteX1" fmla="*/ 533400 w 2941683"/>
                <a:gd name="connsiteY1" fmla="*/ 3375 h 1711525"/>
                <a:gd name="connsiteX2" fmla="*/ 1092200 w 2941683"/>
                <a:gd name="connsiteY2" fmla="*/ 1247975 h 1711525"/>
                <a:gd name="connsiteX3" fmla="*/ 1885950 w 2941683"/>
                <a:gd name="connsiteY3" fmla="*/ 289125 h 1711525"/>
                <a:gd name="connsiteX4" fmla="*/ 2491014 w 2941683"/>
                <a:gd name="connsiteY4" fmla="*/ 1049984 h 1711525"/>
                <a:gd name="connsiteX5" fmla="*/ 2941683 w 2941683"/>
                <a:gd name="connsiteY5" fmla="*/ 649339 h 1711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41683" h="1711525">
                  <a:moveTo>
                    <a:pt x="0" y="1711525"/>
                  </a:moveTo>
                  <a:cubicBezTo>
                    <a:pt x="175683" y="896079"/>
                    <a:pt x="351367" y="80633"/>
                    <a:pt x="533400" y="3375"/>
                  </a:cubicBezTo>
                  <a:cubicBezTo>
                    <a:pt x="715433" y="-73883"/>
                    <a:pt x="866775" y="1200350"/>
                    <a:pt x="1092200" y="1247975"/>
                  </a:cubicBezTo>
                  <a:cubicBezTo>
                    <a:pt x="1317625" y="1295600"/>
                    <a:pt x="1652814" y="322123"/>
                    <a:pt x="1885950" y="289125"/>
                  </a:cubicBezTo>
                  <a:cubicBezTo>
                    <a:pt x="2119086" y="256127"/>
                    <a:pt x="2315059" y="989948"/>
                    <a:pt x="2491014" y="1049984"/>
                  </a:cubicBezTo>
                  <a:cubicBezTo>
                    <a:pt x="2666970" y="1110020"/>
                    <a:pt x="2761766" y="645106"/>
                    <a:pt x="2941683" y="649339"/>
                  </a:cubicBezTo>
                </a:path>
              </a:pathLst>
            </a:cu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NL" noProof="0" dirty="0"/>
            </a:p>
          </p:txBody>
        </p:sp>
        <p:cxnSp>
          <p:nvCxnSpPr>
            <p:cNvPr id="34" name="Rechte verbindingslijn 33">
              <a:extLst>
                <a:ext uri="{FF2B5EF4-FFF2-40B4-BE49-F238E27FC236}">
                  <a16:creationId xmlns:a16="http://schemas.microsoft.com/office/drawing/2014/main" id="{9E3633BC-5E6B-1B40-4F9E-DBEA698FF352}"/>
                </a:ext>
              </a:extLst>
            </p:cNvPr>
            <p:cNvCxnSpPr>
              <a:cxnSpLocks/>
            </p:cNvCxnSpPr>
            <p:nvPr/>
          </p:nvCxnSpPr>
          <p:spPr>
            <a:xfrm>
              <a:off x="1003300" y="5524500"/>
              <a:ext cx="2946037" cy="0"/>
            </a:xfrm>
            <a:prstGeom prst="line">
              <a:avLst/>
            </a:prstGeom>
            <a:ln w="28575">
              <a:solidFill>
                <a:srgbClr val="FF9F81">
                  <a:alpha val="80000"/>
                </a:srgbClr>
              </a:solidFill>
              <a:prstDash val="lg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8" name="Tekstvak 37">
              <a:extLst>
                <a:ext uri="{FF2B5EF4-FFF2-40B4-BE49-F238E27FC236}">
                  <a16:creationId xmlns:a16="http://schemas.microsoft.com/office/drawing/2014/main" id="{D97BC009-912C-D341-B084-689D23CCEFE4}"/>
                </a:ext>
              </a:extLst>
            </p:cNvPr>
            <p:cNvSpPr txBox="1"/>
            <p:nvPr/>
          </p:nvSpPr>
          <p:spPr>
            <a:xfrm>
              <a:off x="38623" y="3982152"/>
              <a:ext cx="1143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noProof="0" dirty="0">
                  <a:solidFill>
                    <a:schemeClr val="bg1"/>
                  </a:solidFill>
                </a:rPr>
                <a:t>Performance</a:t>
              </a:r>
            </a:p>
          </p:txBody>
        </p:sp>
        <p:sp>
          <p:nvSpPr>
            <p:cNvPr id="39" name="Tekstvak 38">
              <a:extLst>
                <a:ext uri="{FF2B5EF4-FFF2-40B4-BE49-F238E27FC236}">
                  <a16:creationId xmlns:a16="http://schemas.microsoft.com/office/drawing/2014/main" id="{1C177408-D5EB-5763-1A52-78B231AAB1B3}"/>
                </a:ext>
              </a:extLst>
            </p:cNvPr>
            <p:cNvSpPr txBox="1"/>
            <p:nvPr/>
          </p:nvSpPr>
          <p:spPr>
            <a:xfrm>
              <a:off x="3261190" y="6251500"/>
              <a:ext cx="22043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200" noProof="0" dirty="0">
                  <a:solidFill>
                    <a:schemeClr val="bg1"/>
                  </a:solidFill>
                </a:rPr>
                <a:t>Variatie over omgeving</a:t>
              </a:r>
            </a:p>
          </p:txBody>
        </p:sp>
      </p:grpSp>
      <p:cxnSp>
        <p:nvCxnSpPr>
          <p:cNvPr id="44" name="Rechte verbindingslijn 43">
            <a:extLst>
              <a:ext uri="{FF2B5EF4-FFF2-40B4-BE49-F238E27FC236}">
                <a16:creationId xmlns:a16="http://schemas.microsoft.com/office/drawing/2014/main" id="{3DEF9F40-8B99-5024-5B75-6CDEC0060930}"/>
              </a:ext>
            </a:extLst>
          </p:cNvPr>
          <p:cNvCxnSpPr>
            <a:cxnSpLocks/>
          </p:cNvCxnSpPr>
          <p:nvPr/>
        </p:nvCxnSpPr>
        <p:spPr>
          <a:xfrm>
            <a:off x="1942162" y="4829229"/>
            <a:ext cx="2946037" cy="0"/>
          </a:xfrm>
          <a:prstGeom prst="line">
            <a:avLst/>
          </a:prstGeom>
          <a:ln w="28575">
            <a:solidFill>
              <a:srgbClr val="FF9F81">
                <a:alpha val="80000"/>
              </a:srgbClr>
            </a:solidFill>
            <a:prstDash val="lgDash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Rechte verbindingslijn met pijl 46">
            <a:extLst>
              <a:ext uri="{FF2B5EF4-FFF2-40B4-BE49-F238E27FC236}">
                <a16:creationId xmlns:a16="http://schemas.microsoft.com/office/drawing/2014/main" id="{81A7278B-1268-65A0-169D-434DE0322871}"/>
              </a:ext>
            </a:extLst>
          </p:cNvPr>
          <p:cNvCxnSpPr>
            <a:cxnSpLocks/>
            <a:stCxn id="32" idx="2"/>
          </p:cNvCxnSpPr>
          <p:nvPr/>
        </p:nvCxnSpPr>
        <p:spPr>
          <a:xfrm flipV="1">
            <a:off x="3991215" y="4386209"/>
            <a:ext cx="0" cy="162568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Rechte verbindingslijn met pijl 47">
            <a:extLst>
              <a:ext uri="{FF2B5EF4-FFF2-40B4-BE49-F238E27FC236}">
                <a16:creationId xmlns:a16="http://schemas.microsoft.com/office/drawing/2014/main" id="{8868E042-48E9-8E29-E2C1-780F95A71D89}"/>
              </a:ext>
            </a:extLst>
          </p:cNvPr>
          <p:cNvCxnSpPr>
            <a:cxnSpLocks/>
            <a:endCxn id="33" idx="1"/>
          </p:cNvCxnSpPr>
          <p:nvPr/>
        </p:nvCxnSpPr>
        <p:spPr>
          <a:xfrm flipV="1">
            <a:off x="2476527" y="4845657"/>
            <a:ext cx="3389" cy="816981"/>
          </a:xfrm>
          <a:prstGeom prst="straightConnector1">
            <a:avLst/>
          </a:prstGeom>
          <a:ln>
            <a:solidFill>
              <a:srgbClr val="E97132"/>
            </a:solidFill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3" name="Tekstvak 52">
            <a:extLst>
              <a:ext uri="{FF2B5EF4-FFF2-40B4-BE49-F238E27FC236}">
                <a16:creationId xmlns:a16="http://schemas.microsoft.com/office/drawing/2014/main" id="{7590560C-E9BB-4965-549D-00739943D768}"/>
              </a:ext>
            </a:extLst>
          </p:cNvPr>
          <p:cNvSpPr txBox="1"/>
          <p:nvPr/>
        </p:nvSpPr>
        <p:spPr>
          <a:xfrm>
            <a:off x="3656398" y="4156918"/>
            <a:ext cx="823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noProof="0" dirty="0">
                <a:solidFill>
                  <a:schemeClr val="bg1"/>
                </a:solidFill>
              </a:rPr>
              <a:t>Spread 1</a:t>
            </a:r>
          </a:p>
        </p:txBody>
      </p:sp>
      <p:sp>
        <p:nvSpPr>
          <p:cNvPr id="54" name="Tekstvak 53">
            <a:extLst>
              <a:ext uri="{FF2B5EF4-FFF2-40B4-BE49-F238E27FC236}">
                <a16:creationId xmlns:a16="http://schemas.microsoft.com/office/drawing/2014/main" id="{8792F39E-BDE0-6707-FA01-C64A70BBEF43}"/>
              </a:ext>
            </a:extLst>
          </p:cNvPr>
          <p:cNvSpPr txBox="1"/>
          <p:nvPr/>
        </p:nvSpPr>
        <p:spPr>
          <a:xfrm>
            <a:off x="2133932" y="5641986"/>
            <a:ext cx="8914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noProof="0" dirty="0">
                <a:solidFill>
                  <a:srgbClr val="E97132"/>
                </a:solidFill>
              </a:rPr>
              <a:t>Spread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kstvak 54">
                <a:extLst>
                  <a:ext uri="{FF2B5EF4-FFF2-40B4-BE49-F238E27FC236}">
                    <a16:creationId xmlns:a16="http://schemas.microsoft.com/office/drawing/2014/main" id="{B1270395-96BE-1337-7298-2EE98754FA61}"/>
                  </a:ext>
                </a:extLst>
              </p:cNvPr>
              <p:cNvSpPr txBox="1"/>
              <p:nvPr/>
            </p:nvSpPr>
            <p:spPr>
              <a:xfrm>
                <a:off x="8220720" y="5524138"/>
                <a:ext cx="3091714" cy="295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200" noProof="0" dirty="0">
                    <a:solidFill>
                      <a:srgbClr val="E97132"/>
                    </a:solidFill>
                  </a:rPr>
                  <a:t>Min 2 </a:t>
                </a:r>
                <a:r>
                  <a:rPr lang="nl-NL" sz="1200" noProof="0" dirty="0">
                    <a:solidFill>
                      <a:schemeClr val="bg1"/>
                    </a:solidFill>
                  </a:rPr>
                  <a:t>&gt; min 1 -&gt;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NL" sz="1200" i="1" noProof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NL" sz="1200" i="1" noProof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nl-NL" sz="1200" i="0" noProof="0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maximin</m:t>
                        </m:r>
                      </m:sub>
                      <m:sup>
                        <m:r>
                          <a:rPr lang="nl-NL" sz="1200" i="1" noProof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𝑇𝑎𝑐𝑡𝑖𝑒𝑘</m:t>
                    </m:r>
                    <m:r>
                      <a:rPr lang="nl-NL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nl-NL" sz="1200" noProof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" name="Tekstvak 54">
                <a:extLst>
                  <a:ext uri="{FF2B5EF4-FFF2-40B4-BE49-F238E27FC236}">
                    <a16:creationId xmlns:a16="http://schemas.microsoft.com/office/drawing/2014/main" id="{B1270395-96BE-1337-7298-2EE98754F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720" y="5524138"/>
                <a:ext cx="3091714" cy="295658"/>
              </a:xfrm>
              <a:prstGeom prst="rect">
                <a:avLst/>
              </a:prstGeom>
              <a:blipFill>
                <a:blip r:embed="rId7"/>
                <a:stretch>
                  <a:fillRect l="-197" b="-1020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">
            <a:extLst>
              <a:ext uri="{FF2B5EF4-FFF2-40B4-BE49-F238E27FC236}">
                <a16:creationId xmlns:a16="http://schemas.microsoft.com/office/drawing/2014/main" id="{69550A66-0D66-9489-1342-988F53394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583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62"/>
    </mc:Choice>
    <mc:Fallback xmlns="">
      <p:transition spd="slow" advTm="3116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266C9-334C-E61D-F5C0-3710A22E4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90177F-9BAA-8908-3B3C-25EE01778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77E330E-8B27-2A42-3309-AB197A68A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12</a:t>
            </a:fld>
            <a:endParaRPr lang="nl-NL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ndertitel 2">
                <a:extLst>
                  <a:ext uri="{FF2B5EF4-FFF2-40B4-BE49-F238E27FC236}">
                    <a16:creationId xmlns:a16="http://schemas.microsoft.com/office/drawing/2014/main" id="{745C6A2D-720A-ACC4-BD01-D13C0F26740E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258784" y="1788319"/>
                <a:ext cx="9174085" cy="1250972"/>
              </a:xfrm>
            </p:spPr>
            <p:txBody>
              <a:bodyPr>
                <a:noAutofit/>
              </a:bodyPr>
              <a:lstStyle/>
              <a:p>
                <a:pPr marL="342900" indent="-342900" algn="l">
                  <a:buFontTx/>
                  <a:buChar char="-"/>
                </a:pPr>
                <a:r>
                  <a:rPr lang="nl-NL" sz="16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Variëren per zwerm grootte over alle </a:t>
                </a:r>
                <a:r>
                  <a:rPr lang="nl-NL" sz="1600" noProof="0" dirty="0" err="1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omgevings</a:t>
                </a:r>
                <a:r>
                  <a:rPr lang="nl-NL" sz="160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-</a:t>
                </a:r>
                <a:r>
                  <a:rPr lang="nl-NL" sz="16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variabelen</a:t>
                </a:r>
              </a:p>
              <a:p>
                <a:pPr marL="342900" indent="-342900" algn="l">
                  <a:buFontTx/>
                  <a:buChar char="-"/>
                </a:pPr>
                <a:r>
                  <a:rPr lang="nl-NL" sz="16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Per tactiek </a:t>
                </a:r>
                <a:endParaRPr lang="nl-NL" sz="160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  <a:p>
                <a:pPr marL="800100" lvl="1" indent="-342900" algn="l">
                  <a:buFontTx/>
                  <a:buChar char="-"/>
                </a:pPr>
                <a:r>
                  <a:rPr lang="nl-NL" sz="1200" noProof="0" dirty="0" err="1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n_verstopper_opties</a:t>
                </a:r>
                <a:r>
                  <a:rPr lang="nl-NL" sz="12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 * </a:t>
                </a:r>
                <a:r>
                  <a:rPr lang="nl-NL" sz="1200" noProof="0" dirty="0" err="1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n_probility</a:t>
                </a:r>
                <a:r>
                  <a:rPr lang="nl-NL" sz="120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_</a:t>
                </a:r>
                <a:r>
                  <a:rPr lang="nl-NL" sz="1200" noProof="0" dirty="0" err="1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distributions</a:t>
                </a:r>
                <a:r>
                  <a:rPr lang="nl-NL" sz="12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 * </a:t>
                </a:r>
                <a:r>
                  <a:rPr lang="nl-NL" sz="1200" noProof="0" dirty="0" err="1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n_verstop</a:t>
                </a:r>
                <a:r>
                  <a:rPr lang="nl-NL" sz="12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 strategieën * </a:t>
                </a:r>
                <a:r>
                  <a:rPr lang="nl-NL" sz="1200" noProof="0" dirty="0" err="1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n_zwerm</a:t>
                </a:r>
                <a:r>
                  <a:rPr lang="nl-NL" sz="1200" noProof="0" dirty="0">
                    <a:solidFill>
                      <a:schemeClr val="bg1"/>
                    </a:solidFill>
                    <a:latin typeface="Source Sans Pro" panose="020F0502020204030204" pitchFamily="34" charset="0"/>
                  </a:rPr>
                  <a:t> opties</a:t>
                </a:r>
                <a:endParaRPr lang="nl-NL" sz="120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  <a:p>
                <a:pPr marL="800100" lvl="1" indent="-342900" algn="l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|{</m:t>
                    </m:r>
                    <m:r>
                      <a:rPr lang="nl-NL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1,…,5</m:t>
                    </m:r>
                    <m:r>
                      <a:rPr lang="en-GB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}| </m:t>
                    </m:r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𝑙𝑜𝑤𝑣𝑎𝑟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h𝑖𝑔h𝑣𝑎𝑟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𝑠𝑘𝑒𝑤𝑒𝑑</m:t>
                        </m:r>
                        <m:r>
                          <a:rPr lang="en-GB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𝑔𝑟𝑒𝑒𝑑𝑦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𝑟𝑎𝑛𝑑𝑜𝑚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𝑤𝑒𝑖𝑔h𝑡𝑒𝑑</m:t>
                        </m:r>
                        <m:r>
                          <a:rPr lang="en-GB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nl-NL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1,5,10</m:t>
                        </m:r>
                        <m:r>
                          <a:rPr lang="en-GB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</m:oMath>
                </a14:m>
                <a:endParaRPr lang="nl-NL" sz="120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  <a:p>
                <a:pPr marL="800100" lvl="1" indent="-342900" algn="l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nl-NL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×3</m:t>
                    </m:r>
                    <m:r>
                      <a:rPr lang="nl-NL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×3</m:t>
                    </m:r>
                    <m:r>
                      <a:rPr lang="nl-NL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×3</m:t>
                    </m:r>
                    <m:r>
                      <a:rPr lang="nl-NL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nl-NL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nl-NL" sz="1200" noProof="0" dirty="0">
                  <a:solidFill>
                    <a:schemeClr val="bg1"/>
                  </a:solidFill>
                  <a:latin typeface="Source Sans Pro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Ondertitel 2">
                <a:extLst>
                  <a:ext uri="{FF2B5EF4-FFF2-40B4-BE49-F238E27FC236}">
                    <a16:creationId xmlns:a16="http://schemas.microsoft.com/office/drawing/2014/main" id="{745C6A2D-720A-ACC4-BD01-D13C0F267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258784" y="1788319"/>
                <a:ext cx="9174085" cy="1250972"/>
              </a:xfrm>
              <a:blipFill>
                <a:blip r:embed="rId5"/>
                <a:stretch>
                  <a:fillRect l="-399" t="-3883" b="-1068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A242D75-2015-5DB0-1333-689AF4FB3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59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41"/>
    </mc:Choice>
    <mc:Fallback xmlns="">
      <p:transition spd="slow" advTm="1604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4EF39-C732-469E-F33C-01F20FF7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ECC8E8-64B6-848A-A632-70523BBDB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66EA87-224B-6D95-6BE3-6BD3A1066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25" y="275161"/>
            <a:ext cx="2120525" cy="53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B2B2DA9-6EE8-2BFF-0CA2-6B0D703A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13</a:t>
            </a:fld>
            <a:endParaRPr lang="nl-NL" noProof="0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4897C8A0-5D81-777E-54CF-3661C916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9174085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Variëren per zwerm grootte over alle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omgevings</a:t>
            </a:r>
            <a:r>
              <a:rPr lang="nl-NL" sz="1600" dirty="0">
                <a:solidFill>
                  <a:schemeClr val="bg1"/>
                </a:solidFill>
                <a:latin typeface="Source Sans Pro" panose="020F0502020204030204" pitchFamily="34" charset="0"/>
              </a:rPr>
              <a:t>-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variabelen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FA90B4-AF7C-D323-A1A5-DB18CC8278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95215"/>
            <a:ext cx="12192000" cy="62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8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00"/>
    </mc:Choice>
    <mc:Fallback xmlns="">
      <p:transition spd="slow" advTm="43400"/>
    </mc:Fallback>
  </mc:AlternateContent>
  <p:extLst>
    <p:ext uri="{3A86A75C-4F4B-4683-9AE1-C65F6400EC91}">
      <p14:laserTraceLst xmlns:p14="http://schemas.microsoft.com/office/powerpoint/2010/main">
        <p14:tracePtLst>
          <p14:tracePt t="13245" x="2981325" y="700088"/>
          <p14:tracePt t="13263" x="2962275" y="728663"/>
          <p14:tracePt t="13280" x="2952750" y="747713"/>
          <p14:tracePt t="13288" x="2947988" y="757238"/>
          <p14:tracePt t="13314" x="2947988" y="790575"/>
          <p14:tracePt t="13322" x="2952750" y="809625"/>
          <p14:tracePt t="13332" x="2976563" y="838200"/>
          <p14:tracePt t="13338" x="2986088" y="847725"/>
          <p14:tracePt t="13345" x="3028950" y="871538"/>
          <p14:tracePt t="13351" x="3071813" y="909638"/>
          <p14:tracePt t="13359" x="3138488" y="938213"/>
          <p14:tracePt t="13366" x="3176588" y="952500"/>
          <p14:tracePt t="13367" x="3209925" y="971550"/>
          <p14:tracePt t="13374" x="3248025" y="985838"/>
          <p14:tracePt t="13380" x="3348038" y="1019175"/>
          <p14:tracePt t="13386" x="3395663" y="1033463"/>
          <p14:tracePt t="13387" x="3438525" y="1042988"/>
          <p14:tracePt t="13394" x="3486150" y="1052513"/>
          <p14:tracePt t="13400" x="3567113" y="1076325"/>
          <p14:tracePt t="13408" x="3667125" y="1090613"/>
          <p14:tracePt t="13414" x="3724275" y="1100138"/>
          <p14:tracePt t="13415" x="3767138" y="1100138"/>
          <p14:tracePt t="13422" x="3800475" y="1104900"/>
          <p14:tracePt t="13423" x="3857625" y="1104900"/>
          <p14:tracePt t="13428" x="3895725" y="1104900"/>
          <p14:tracePt t="13435" x="3990975" y="1104900"/>
          <p14:tracePt t="13442" x="4029075" y="1104900"/>
          <p14:tracePt t="13449" x="4105275" y="1104900"/>
          <p14:tracePt t="13456" x="4191000" y="1090613"/>
          <p14:tracePt t="13463" x="4243388" y="1076325"/>
          <p14:tracePt t="13470" x="4267200" y="1071563"/>
          <p14:tracePt t="13471" x="4281488" y="1062038"/>
          <p14:tracePt t="13476" x="4295775" y="1062038"/>
          <p14:tracePt t="13484" x="4319588" y="1047750"/>
          <p14:tracePt t="13491" x="4319588" y="1038225"/>
          <p14:tracePt t="13492" x="4324350" y="1033463"/>
          <p14:tracePt t="13497" x="4324350" y="1028700"/>
          <p14:tracePt t="13505" x="4324350" y="1014413"/>
          <p14:tracePt t="13511" x="4319588" y="1000125"/>
          <p14:tracePt t="13518" x="4314825" y="995363"/>
          <p14:tracePt t="13522" x="4305300" y="985838"/>
          <p14:tracePt t="13523" x="4300538" y="976313"/>
          <p14:tracePt t="13533" x="4276725" y="957263"/>
          <p14:tracePt t="13540" x="4248150" y="938213"/>
          <p14:tracePt t="13546" x="4229100" y="923925"/>
          <p14:tracePt t="13553" x="4186238" y="904875"/>
          <p14:tracePt t="13560" x="4143375" y="885825"/>
          <p14:tracePt t="13569" x="4100513" y="871538"/>
          <p14:tracePt t="13575" x="4067175" y="862013"/>
          <p14:tracePt t="13581" x="4038600" y="857250"/>
          <p14:tracePt t="13587" x="3981450" y="857250"/>
          <p14:tracePt t="13590" x="0" y="0"/>
        </p14:tracePtLst>
        <p14:tracePtLst>
          <p14:tracePt t="14236" x="1290638" y="2052638"/>
          <p14:tracePt t="14239" x="1285875" y="2057400"/>
          <p14:tracePt t="14247" x="1285875" y="2062163"/>
          <p14:tracePt t="14251" x="1285875" y="2066925"/>
          <p14:tracePt t="14257" x="1285875" y="2071688"/>
          <p14:tracePt t="14261" x="1281113" y="2076450"/>
          <p14:tracePt t="14269" x="1276350" y="2085975"/>
          <p14:tracePt t="14276" x="1266825" y="2095500"/>
          <p14:tracePt t="14282" x="1266825" y="2100263"/>
          <p14:tracePt t="14289" x="1262063" y="2109788"/>
          <p14:tracePt t="14296" x="1257300" y="2119313"/>
          <p14:tracePt t="14304" x="1257300" y="2128838"/>
          <p14:tracePt t="14310" x="1252538" y="2138363"/>
          <p14:tracePt t="14317" x="1252538" y="2147888"/>
          <p14:tracePt t="14324" x="1243013" y="2162175"/>
          <p14:tracePt t="14332" x="1238250" y="2181225"/>
          <p14:tracePt t="14338" x="1238250" y="2190750"/>
          <p14:tracePt t="14344" x="1238250" y="2209800"/>
          <p14:tracePt t="14352" x="1238250" y="2238375"/>
          <p14:tracePt t="14359" x="1238250" y="2266950"/>
          <p14:tracePt t="14366" x="1243013" y="2281238"/>
          <p14:tracePt t="14373" x="1262063" y="2319338"/>
          <p14:tracePt t="14379" x="1285875" y="2352675"/>
          <p14:tracePt t="14387" x="1314450" y="2395538"/>
          <p14:tracePt t="14394" x="1328738" y="2409825"/>
          <p14:tracePt t="14401" x="1366838" y="2443163"/>
          <p14:tracePt t="14407" x="1409700" y="2481263"/>
          <p14:tracePt t="14416" x="1452563" y="2509838"/>
          <p14:tracePt t="14421" x="1476375" y="2524125"/>
          <p14:tracePt t="14428" x="1533525" y="2543175"/>
          <p14:tracePt t="14435" x="1595438" y="2552700"/>
          <p14:tracePt t="14442" x="1628775" y="2557463"/>
          <p14:tracePt t="14449" x="1690688" y="2557463"/>
          <p14:tracePt t="14456" x="1776413" y="2557463"/>
          <p14:tracePt t="14463" x="1871663" y="2552700"/>
          <p14:tracePt t="14470" x="1914525" y="2543175"/>
          <p14:tracePt t="14477" x="2019300" y="2528888"/>
          <p14:tracePt t="14484" x="2124075" y="2505075"/>
          <p14:tracePt t="14491" x="2233613" y="2486025"/>
          <p14:tracePt t="14498" x="2281238" y="2476500"/>
          <p14:tracePt t="14504" x="2381250" y="2452688"/>
          <p14:tracePt t="14511" x="2471738" y="2428875"/>
          <p14:tracePt t="14519" x="2552700" y="2405063"/>
          <p14:tracePt t="14526" x="2586038" y="2395538"/>
          <p14:tracePt t="14527" x="2614613" y="2381250"/>
          <p14:tracePt t="14532" x="2638425" y="2371725"/>
          <p14:tracePt t="14539" x="2690813" y="2347913"/>
          <p14:tracePt t="14546" x="2714625" y="2333625"/>
          <p14:tracePt t="14547" x="2733675" y="2324100"/>
          <p14:tracePt t="14553" x="2752725" y="2309813"/>
          <p14:tracePt t="14560" x="2771775" y="2290763"/>
          <p14:tracePt t="14567" x="2781300" y="2276475"/>
          <p14:tracePt t="14574" x="2786063" y="2262188"/>
          <p14:tracePt t="14582" x="2790825" y="2252663"/>
          <p14:tracePt t="14588" x="2795588" y="2228850"/>
          <p14:tracePt t="14595" x="2795588" y="2209800"/>
          <p14:tracePt t="14603" x="2795588" y="2195513"/>
          <p14:tracePt t="14609" x="2795588" y="2176463"/>
          <p14:tracePt t="14616" x="2786063" y="2157413"/>
          <p14:tracePt t="14624" x="2771775" y="2138363"/>
          <p14:tracePt t="14630" x="2762250" y="2128838"/>
          <p14:tracePt t="14637" x="2747963" y="2109788"/>
          <p14:tracePt t="14643" x="2738438" y="2090738"/>
          <p14:tracePt t="14650" x="2738438" y="2085975"/>
          <p14:tracePt t="14651" x="2728913" y="2081213"/>
          <p14:tracePt t="14657" x="2728913" y="2076450"/>
          <p14:tracePt t="14664" x="2714625" y="2066925"/>
          <p14:tracePt t="14672" x="2705100" y="2057400"/>
          <p14:tracePt t="14685" x="2681288" y="2043113"/>
          <p14:tracePt t="14688" x="2667000" y="2038350"/>
          <p14:tracePt t="14691" x="2657475" y="2033588"/>
          <p14:tracePt t="14696" x="2647950" y="2033588"/>
          <p14:tracePt t="14699" x="2633663" y="2033588"/>
          <p14:tracePt t="14706" x="2619375" y="2028825"/>
          <p14:tracePt t="14712" x="2590800" y="2028825"/>
          <p14:tracePt t="14720" x="2566988" y="2028825"/>
          <p14:tracePt t="14726" x="2557463" y="2028825"/>
          <p14:tracePt t="14727" x="2543175" y="2028825"/>
          <p14:tracePt t="14734" x="2533650" y="2028825"/>
          <p14:tracePt t="14736" x="2519363" y="2033588"/>
          <p14:tracePt t="14741" x="2505075" y="2038350"/>
          <p14:tracePt t="14748" x="2481263" y="2043113"/>
          <p14:tracePt t="14756" x="2457450" y="2052638"/>
          <p14:tracePt t="14761" x="2438400" y="2052638"/>
          <p14:tracePt t="14769" x="2409825" y="2062163"/>
          <p14:tracePt t="14771" x="2395538" y="2066925"/>
          <p14:tracePt t="14776" x="2381250" y="2076450"/>
          <p14:tracePt t="14783" x="2362200" y="2081213"/>
          <p14:tracePt t="14789" x="2347913" y="2090738"/>
          <p14:tracePt t="14796" x="2328863" y="2100263"/>
          <p14:tracePt t="14803" x="2314575" y="2105025"/>
          <p14:tracePt t="14811" x="2300288" y="2114550"/>
          <p14:tracePt t="14817" x="2300288" y="2124075"/>
          <p14:tracePt t="14824" x="2290763" y="2133600"/>
          <p14:tracePt t="14831" x="2281238" y="2143125"/>
          <p14:tracePt t="14838" x="2281238" y="2147888"/>
          <p14:tracePt t="14839" x="2271713" y="2152650"/>
          <p14:tracePt t="14845" x="2271713" y="2157413"/>
          <p14:tracePt t="14852" x="2266950" y="2171700"/>
          <p14:tracePt t="14859" x="2257425" y="2190750"/>
          <p14:tracePt t="14867" x="2257425" y="2200275"/>
          <p14:tracePt t="14872" x="2257425" y="2205038"/>
          <p14:tracePt t="14880" x="2257425" y="2214563"/>
          <p14:tracePt t="14886" x="2257425" y="2224088"/>
          <p14:tracePt t="14893" x="2266950" y="2238375"/>
          <p14:tracePt t="14901" x="2281238" y="2262188"/>
          <p14:tracePt t="14907" x="2300288" y="2286000"/>
          <p14:tracePt t="14915" x="2328863" y="2305050"/>
          <p14:tracePt t="14921" x="2347913" y="2319338"/>
          <p14:tracePt t="14928" x="2376488" y="2343150"/>
          <p14:tracePt t="14936" x="2395538" y="2352675"/>
          <p14:tracePt t="14942" x="2409825" y="2362200"/>
          <p14:tracePt t="14943" x="2419350" y="2366963"/>
          <p14:tracePt t="14949" x="2438400" y="2371725"/>
          <p14:tracePt t="14955" x="2462213" y="2376488"/>
          <p14:tracePt t="14963" x="2490788" y="2386013"/>
          <p14:tracePt t="14970" x="2514600" y="2390775"/>
          <p14:tracePt t="14971" x="2528888" y="2390775"/>
          <p14:tracePt t="14976" x="2547938" y="2395538"/>
          <p14:tracePt t="14984" x="2609850" y="2400300"/>
          <p14:tracePt t="14990" x="2633663" y="2400300"/>
          <p14:tracePt t="14991" x="2662238" y="2405063"/>
          <p14:tracePt t="14998" x="2686050" y="2405063"/>
          <p14:tracePt t="15005" x="2757488" y="2405063"/>
          <p14:tracePt t="15011" x="2809875" y="2405063"/>
          <p14:tracePt t="15020" x="2867025" y="2405063"/>
          <p14:tracePt t="15026" x="2895600" y="2405063"/>
          <p14:tracePt t="15027" x="2933700" y="2400300"/>
          <p14:tracePt t="15032" x="2957513" y="2395538"/>
          <p14:tracePt t="15039" x="3014663" y="2381250"/>
          <p14:tracePt t="15046" x="3028950" y="2376488"/>
          <p14:tracePt t="15053" x="3076575" y="2352675"/>
          <p14:tracePt t="15060" x="3109913" y="2338388"/>
          <p14:tracePt t="15068" x="3143250" y="2314575"/>
          <p14:tracePt t="15071" x="3157538" y="2300288"/>
          <p14:tracePt t="15075" x="3167063" y="2295525"/>
          <p14:tracePt t="15081" x="3176588" y="2281238"/>
          <p14:tracePt t="15088" x="3195638" y="2262188"/>
          <p14:tracePt t="15094" x="3200400" y="2252663"/>
          <p14:tracePt t="15095" x="3200400" y="2238375"/>
          <p14:tracePt t="15102" x="3205163" y="2224088"/>
          <p14:tracePt t="15103" x="3205163" y="2209800"/>
          <p14:tracePt t="15108" x="3205163" y="2200275"/>
          <p14:tracePt t="15116" x="3205163" y="2176463"/>
          <p14:tracePt t="15123" x="3200400" y="2147888"/>
          <p14:tracePt t="15131" x="3186113" y="2138363"/>
          <p14:tracePt t="15131" x="3176588" y="2119313"/>
          <p14:tracePt t="15137" x="3167063" y="2109788"/>
          <p14:tracePt t="15143" x="3138488" y="2081213"/>
          <p14:tracePt t="15151" x="3090863" y="2052638"/>
          <p14:tracePt t="15157" x="3071813" y="2043113"/>
          <p14:tracePt t="15164" x="3000375" y="2009775"/>
          <p14:tracePt t="15171" x="2938463" y="1981200"/>
          <p14:tracePt t="15178" x="2900363" y="1971675"/>
          <p14:tracePt t="15185" x="2814638" y="1957388"/>
          <p14:tracePt t="15192" x="2719388" y="1947863"/>
          <p14:tracePt t="15200" x="2619375" y="1938338"/>
          <p14:tracePt t="15206" x="2571750" y="1938338"/>
          <p14:tracePt t="15213" x="2466975" y="1938338"/>
          <p14:tracePt t="15220" x="2376488" y="1943100"/>
          <p14:tracePt t="15226" x="2328863" y="1947863"/>
          <p14:tracePt t="15228" x="2290763" y="1957388"/>
          <p14:tracePt t="15235" x="2219325" y="1971675"/>
          <p14:tracePt t="15241" x="2185988" y="1981200"/>
          <p14:tracePt t="15247" x="2114550" y="2000250"/>
          <p14:tracePt t="15254" x="2085975" y="2009775"/>
          <p14:tracePt t="15261" x="2038350" y="2028825"/>
          <p14:tracePt t="15268" x="1990725" y="2047875"/>
          <p14:tracePt t="15275" x="1957388" y="2066925"/>
          <p14:tracePt t="15282" x="1938338" y="2081213"/>
          <p14:tracePt t="15289" x="1905000" y="2100263"/>
          <p14:tracePt t="15297" x="1885950" y="2114550"/>
          <p14:tracePt t="15303" x="1866900" y="2128838"/>
          <p14:tracePt t="15310" x="1862138" y="2133600"/>
          <p14:tracePt t="15317" x="1852613" y="2147888"/>
          <p14:tracePt t="15324" x="1843088" y="2157413"/>
          <p14:tracePt t="15332" x="1843088" y="2166938"/>
          <p14:tracePt t="15338" x="1843088" y="2176463"/>
          <p14:tracePt t="15345" x="1843088" y="2185988"/>
          <p14:tracePt t="15352" x="1843088" y="2190750"/>
          <p14:tracePt t="15358" x="1843088" y="2195513"/>
          <p14:tracePt t="15359" x="1847850" y="2195513"/>
          <p14:tracePt t="15366" x="1847850" y="2200275"/>
          <p14:tracePt t="15375" x="1852613" y="2209800"/>
          <p14:tracePt t="15377" x="0" y="0"/>
        </p14:tracePtLst>
        <p14:tracePtLst>
          <p14:tracePt t="17928" x="2600325" y="4595813"/>
          <p14:tracePt t="17936" x="2600325" y="4591050"/>
          <p14:tracePt t="17947" x="2595563" y="4591050"/>
          <p14:tracePt t="17956" x="2595563" y="4586288"/>
          <p14:tracePt t="17963" x="2595563" y="4581525"/>
          <p14:tracePt t="17972" x="2590800" y="4576763"/>
          <p14:tracePt t="17977" x="2590800" y="4572000"/>
          <p14:tracePt t="17985" x="2581275" y="4552950"/>
          <p14:tracePt t="17991" x="2571750" y="4529138"/>
          <p14:tracePt t="17997" x="2562225" y="4514850"/>
          <p14:tracePt t="18004" x="2552700" y="4471988"/>
          <p14:tracePt t="18011" x="2528888" y="4410075"/>
          <p14:tracePt t="18018" x="2519363" y="4381500"/>
          <p14:tracePt t="18019" x="2500313" y="4348163"/>
          <p14:tracePt t="18027" x="2471738" y="4267200"/>
          <p14:tracePt t="18032" x="2452688" y="4229100"/>
          <p14:tracePt t="18039" x="2419350" y="4124325"/>
          <p14:tracePt t="18048" x="2371725" y="4019550"/>
          <p14:tracePt t="18055" x="2333625" y="3914775"/>
          <p14:tracePt t="18060" x="2305050" y="3838575"/>
          <p14:tracePt t="18067" x="2271713" y="3738563"/>
          <p14:tracePt t="18074" x="2257425" y="3681413"/>
          <p14:tracePt t="18081" x="2219325" y="3557588"/>
          <p14:tracePt t="18088" x="2185988" y="3443288"/>
          <p14:tracePt t="18095" x="2166938" y="3338513"/>
          <p14:tracePt t="18102" x="2152650" y="3281363"/>
          <p14:tracePt t="18108" x="2138363" y="3190875"/>
          <p14:tracePt t="18117" x="2124075" y="3086100"/>
          <p14:tracePt t="18122" x="2124075" y="3048000"/>
          <p14:tracePt t="18130" x="2119313" y="2967038"/>
          <p14:tracePt t="18131" x="2119313" y="2938463"/>
          <p14:tracePt t="18136" x="2119313" y="2895600"/>
          <p14:tracePt t="18143" x="2124075" y="2843213"/>
          <p14:tracePt t="18151" x="2133600" y="2795588"/>
          <p14:tracePt t="18158" x="2138363" y="2781300"/>
          <p14:tracePt t="18159" x="2143125" y="2767013"/>
          <p14:tracePt t="18164" x="2143125" y="2752725"/>
          <p14:tracePt t="18172" x="2152650" y="2724150"/>
          <p14:tracePt t="18178" x="2157413" y="2709863"/>
          <p14:tracePt t="18186" x="2171700" y="2681288"/>
          <p14:tracePt t="18192" x="2195513" y="2647950"/>
          <p14:tracePt t="18200" x="2209800" y="2609850"/>
          <p14:tracePt t="18206" x="2214563" y="2595563"/>
          <p14:tracePt t="18212" x="2219325" y="2562225"/>
          <p14:tracePt t="18220" x="2228850" y="2538413"/>
          <p14:tracePt t="18227" x="2228850" y="2519363"/>
          <p14:tracePt t="18234" x="2233613" y="2509838"/>
          <p14:tracePt t="18235" x="2233613" y="2500313"/>
          <p14:tracePt t="18241" x="2233613" y="2486025"/>
          <p14:tracePt t="18249" x="2243138" y="2462213"/>
          <p14:tracePt t="18257" x="2243138" y="2433638"/>
          <p14:tracePt t="18261" x="2247900" y="2419350"/>
          <p14:tracePt t="18268" x="2247900" y="2381250"/>
          <p14:tracePt t="18276" x="2252663" y="2352675"/>
          <p14:tracePt t="18285" x="2252663" y="2328863"/>
          <p14:tracePt t="18290" x="2252663" y="2314575"/>
          <p14:tracePt t="18296" x="2252663" y="2295525"/>
          <p14:tracePt t="18306" x="2252663" y="2281238"/>
          <p14:tracePt t="18307" x="2252663" y="2266950"/>
          <p14:tracePt t="18315" x="2252663" y="2262188"/>
          <p14:tracePt t="18319" x="2252663" y="2257425"/>
          <p14:tracePt t="18324" x="2252663" y="2252663"/>
          <p14:tracePt t="18332" x="2252663" y="2247900"/>
          <p14:tracePt t="18338" x="2252663" y="2243138"/>
          <p14:tracePt t="18345" x="2252663" y="2233613"/>
          <p14:tracePt t="18351" x="2252663" y="2228850"/>
          <p14:tracePt t="18358" x="2252663" y="2219325"/>
          <p14:tracePt t="18359" x="2252663" y="2214563"/>
          <p14:tracePt t="18366" x="2252663" y="2209800"/>
          <p14:tracePt t="18372" x="2243138" y="2190750"/>
          <p14:tracePt t="18380" x="2243138" y="2176463"/>
          <p14:tracePt t="18386" x="2238375" y="2166938"/>
          <p14:tracePt t="18393" x="2233613" y="2152650"/>
          <p14:tracePt t="18401" x="2228850" y="2138363"/>
          <p14:tracePt t="18407" x="2224088" y="2119313"/>
          <p14:tracePt t="18414" x="2214563" y="2114550"/>
          <p14:tracePt t="18415" x="2214563" y="2105025"/>
          <p14:tracePt t="18422" x="2209800" y="2100263"/>
          <p14:tracePt t="18428" x="2205038" y="2090738"/>
          <p14:tracePt t="18437" x="2195513" y="2081213"/>
          <p14:tracePt t="18439" x="0" y="0"/>
        </p14:tracePtLst>
        <p14:tracePtLst>
          <p14:tracePt t="22221" x="7167563" y="847725"/>
          <p14:tracePt t="22285" x="7167563" y="842963"/>
          <p14:tracePt t="22292" x="7167563" y="838200"/>
          <p14:tracePt t="22297" x="7162800" y="838200"/>
          <p14:tracePt t="22310" x="7153275" y="828675"/>
          <p14:tracePt t="22317" x="7129463" y="819150"/>
          <p14:tracePt t="22324" x="7105650" y="804863"/>
          <p14:tracePt t="22332" x="7067550" y="785813"/>
          <p14:tracePt t="22338" x="7048500" y="776288"/>
          <p14:tracePt t="22344" x="7005638" y="762000"/>
          <p14:tracePt t="22351" x="6943725" y="747713"/>
          <p14:tracePt t="22359" x="6891338" y="733425"/>
          <p14:tracePt t="22366" x="6867525" y="728663"/>
          <p14:tracePt t="22373" x="6829425" y="723900"/>
          <p14:tracePt t="22380" x="6786563" y="723900"/>
          <p14:tracePt t="22386" x="6767513" y="723900"/>
          <p14:tracePt t="22393" x="6729413" y="723900"/>
          <p14:tracePt t="22400" x="6696075" y="723900"/>
          <p14:tracePt t="22407" x="6653213" y="723900"/>
          <p14:tracePt t="22415" x="6610350" y="723900"/>
          <p14:tracePt t="22421" x="6581775" y="723900"/>
          <p14:tracePt t="22428" x="6534150" y="723900"/>
          <p14:tracePt t="22435" x="6486525" y="723900"/>
          <p14:tracePt t="22443" x="6438900" y="728663"/>
          <p14:tracePt t="22449" x="6424613" y="733425"/>
          <p14:tracePt t="22456" x="6400800" y="733425"/>
          <p14:tracePt t="22463" x="6386513" y="738188"/>
          <p14:tracePt t="22470" x="6376988" y="738188"/>
          <p14:tracePt t="22476" x="6372225" y="742950"/>
          <p14:tracePt t="22491" x="6372225" y="747713"/>
          <p14:tracePt t="22495" x="6372225" y="752475"/>
          <p14:tracePt t="22503" x="6372225" y="757238"/>
          <p14:tracePt t="22511" x="6372225" y="766763"/>
          <p14:tracePt t="22518" x="6372225" y="771525"/>
          <p14:tracePt t="22526" x="6372225" y="785813"/>
          <p14:tracePt t="22527" x="6381750" y="800100"/>
          <p14:tracePt t="22532" x="6386513" y="809625"/>
          <p14:tracePt t="22539" x="6400800" y="828675"/>
          <p14:tracePt t="22547" x="6419850" y="857250"/>
          <p14:tracePt t="22553" x="6434138" y="871538"/>
          <p14:tracePt t="22560" x="6467475" y="909638"/>
          <p14:tracePt t="22568" x="6515100" y="947738"/>
          <p14:tracePt t="22574" x="6538913" y="966788"/>
          <p14:tracePt t="22580" x="6605588" y="1009650"/>
          <p14:tracePt t="22588" x="6677025" y="1047750"/>
          <p14:tracePt t="22595" x="6757988" y="1076325"/>
          <p14:tracePt t="22603" x="6843713" y="1109663"/>
          <p14:tracePt t="22609" x="6886575" y="1119188"/>
          <p14:tracePt t="22615" x="6972300" y="1128713"/>
          <p14:tracePt t="22623" x="7058025" y="1138238"/>
          <p14:tracePt t="22629" x="7096125" y="1138238"/>
          <p14:tracePt t="22636" x="7177088" y="1138238"/>
          <p14:tracePt t="22643" x="7272338" y="1138238"/>
          <p14:tracePt t="22651" x="7348538" y="1128713"/>
          <p14:tracePt t="22657" x="7391400" y="1123950"/>
          <p14:tracePt t="22666" x="7472363" y="1100138"/>
          <p14:tracePt t="22671" x="7562850" y="1085850"/>
          <p14:tracePt t="22678" x="7610475" y="1076325"/>
          <p14:tracePt t="22687" x="7729538" y="1047750"/>
          <p14:tracePt t="22692" x="7767638" y="1038225"/>
          <p14:tracePt t="22700" x="7829550" y="1019175"/>
          <p14:tracePt t="22706" x="7858125" y="1009650"/>
          <p14:tracePt t="22707" x="7877175" y="1000125"/>
          <p14:tracePt t="22714" x="7905750" y="985838"/>
          <p14:tracePt t="22720" x="7929563" y="971550"/>
          <p14:tracePt t="22726" x="7939088" y="966788"/>
          <p14:tracePt t="22728" x="7943850" y="957263"/>
          <p14:tracePt t="22734" x="7953375" y="952500"/>
          <p14:tracePt t="22740" x="7953375" y="938213"/>
          <p14:tracePt t="22749" x="7953375" y="928688"/>
          <p14:tracePt t="22755" x="7953375" y="914400"/>
          <p14:tracePt t="22762" x="7948613" y="909638"/>
          <p14:tracePt t="22763" x="7939088" y="904875"/>
          <p14:tracePt t="22769" x="7934325" y="900113"/>
          <p14:tracePt t="22776" x="7915275" y="881063"/>
          <p14:tracePt t="22785" x="7891463" y="862013"/>
          <p14:tracePt t="22789" x="7872413" y="852488"/>
          <p14:tracePt t="22796" x="7843838" y="842963"/>
          <p14:tracePt t="22803" x="7815263" y="828675"/>
          <p14:tracePt t="22810" x="7800975" y="828675"/>
          <p14:tracePt t="22817" x="7767638" y="823913"/>
          <p14:tracePt t="22825" x="7739063" y="819150"/>
          <p14:tracePt t="22826" x="0" y="0"/>
        </p14:tracePtLst>
        <p14:tracePtLst>
          <p14:tracePt t="24053" x="1285875" y="1647825"/>
          <p14:tracePt t="24104" x="1281113" y="1643063"/>
          <p14:tracePt t="24109" x="1276350" y="1643063"/>
          <p14:tracePt t="24112" x="1266825" y="1638300"/>
          <p14:tracePt t="24116" x="1252538" y="1633538"/>
          <p14:tracePt t="24122" x="1243013" y="1628775"/>
          <p14:tracePt t="24123" x="1228725" y="1624013"/>
          <p14:tracePt t="24130" x="1209675" y="1614488"/>
          <p14:tracePt t="24136" x="1166813" y="1604963"/>
          <p14:tracePt t="24143" x="1114425" y="1600200"/>
          <p14:tracePt t="24150" x="1076325" y="1595438"/>
          <p14:tracePt t="24157" x="1009650" y="1585913"/>
          <p14:tracePt t="24159" x="981075" y="1581150"/>
          <p14:tracePt t="24164" x="947738" y="1581150"/>
          <p14:tracePt t="24172" x="885825" y="1581150"/>
          <p14:tracePt t="24179" x="823913" y="1581150"/>
          <p14:tracePt t="24186" x="785813" y="1581150"/>
          <p14:tracePt t="24187" x="757238" y="1581150"/>
          <p14:tracePt t="24192" x="733425" y="1581150"/>
          <p14:tracePt t="24200" x="676275" y="1585913"/>
          <p14:tracePt t="24207" x="652463" y="1590675"/>
          <p14:tracePt t="24213" x="614363" y="1609725"/>
          <p14:tracePt t="24221" x="576263" y="1619250"/>
          <p14:tracePt t="24227" x="552450" y="1638300"/>
          <p14:tracePt t="24237" x="533400" y="1647825"/>
          <p14:tracePt t="24239" x="523875" y="1657350"/>
          <p14:tracePt t="24248" x="509588" y="1676400"/>
          <p14:tracePt t="24257" x="495300" y="1685925"/>
          <p14:tracePt t="24262" x="490538" y="1695450"/>
          <p14:tracePt t="24268" x="485775" y="1709738"/>
          <p14:tracePt t="24275" x="481013" y="1724025"/>
          <p14:tracePt t="24282" x="481013" y="1733550"/>
          <p14:tracePt t="24283" x="481013" y="1743075"/>
          <p14:tracePt t="24290" x="476250" y="1752600"/>
          <p14:tracePt t="24296" x="476250" y="1766888"/>
          <p14:tracePt t="24303" x="476250" y="1785938"/>
          <p14:tracePt t="24310" x="476250" y="1800225"/>
          <p14:tracePt t="24318" x="476250" y="1824038"/>
          <p14:tracePt t="24324" x="495300" y="1847850"/>
          <p14:tracePt t="24333" x="514350" y="1876425"/>
          <p14:tracePt t="24335" x="523875" y="1890713"/>
          <p14:tracePt t="24339" x="533400" y="1905000"/>
          <p14:tracePt t="24345" x="547688" y="1914525"/>
          <p14:tracePt t="24351" x="581025" y="1943100"/>
          <p14:tracePt t="24359" x="623888" y="1971675"/>
          <p14:tracePt t="24365" x="647700" y="1985963"/>
          <p14:tracePt t="24367" x="681038" y="2000250"/>
          <p14:tracePt t="24373" x="709613" y="2014538"/>
          <p14:tracePt t="24380" x="771525" y="2038350"/>
          <p14:tracePt t="24387" x="847725" y="2057400"/>
          <p14:tracePt t="24393" x="890588" y="2066925"/>
          <p14:tracePt t="24400" x="981075" y="2081213"/>
          <p14:tracePt t="24407" x="1062038" y="2095500"/>
          <p14:tracePt t="24415" x="1152525" y="2100263"/>
          <p14:tracePt t="24421" x="1200150" y="2100263"/>
          <p14:tracePt t="24428" x="1304925" y="2105025"/>
          <p14:tracePt t="24435" x="1395413" y="2105025"/>
          <p14:tracePt t="24442" x="1438275" y="2105025"/>
          <p14:tracePt t="24449" x="1538288" y="2105025"/>
          <p14:tracePt t="24456" x="1628775" y="2105025"/>
          <p14:tracePt t="24463" x="1700213" y="2105025"/>
          <p14:tracePt t="24470" x="1733550" y="2105025"/>
          <p14:tracePt t="24476" x="1785938" y="2095500"/>
          <p14:tracePt t="24484" x="1833563" y="2085975"/>
          <p14:tracePt t="24491" x="1876425" y="2066925"/>
          <p14:tracePt t="24497" x="1885950" y="2057400"/>
          <p14:tracePt t="24504" x="1905000" y="2043113"/>
          <p14:tracePt t="24512" x="1924050" y="2024063"/>
          <p14:tracePt t="24519" x="1933575" y="2000250"/>
          <p14:tracePt t="24527" x="1938338" y="1985963"/>
          <p14:tracePt t="24532" x="1938338" y="1971675"/>
          <p14:tracePt t="24539" x="1943100" y="1947863"/>
          <p14:tracePt t="24546" x="1943100" y="1933575"/>
          <p14:tracePt t="24553" x="1943100" y="1909763"/>
          <p14:tracePt t="24560" x="1943100" y="1876425"/>
          <p14:tracePt t="24568" x="1928813" y="1847850"/>
          <p14:tracePt t="24574" x="1924050" y="1838325"/>
          <p14:tracePt t="24581" x="1914525" y="1809750"/>
          <p14:tracePt t="24595" x="1866900" y="1766888"/>
          <p14:tracePt t="24601" x="1852613" y="1757363"/>
          <p14:tracePt t="24609" x="1814513" y="1728788"/>
          <p14:tracePt t="24616" x="1762125" y="1704975"/>
          <p14:tracePt t="24622" x="1743075" y="1695450"/>
          <p14:tracePt t="24623" x="1714500" y="1685925"/>
          <p14:tracePt t="24630" x="1685925" y="1676400"/>
          <p14:tracePt t="24637" x="1624013" y="1662113"/>
          <p14:tracePt t="24643" x="1562100" y="1652588"/>
          <p14:tracePt t="24650" x="1519238" y="1647825"/>
          <p14:tracePt t="24651" x="1490663" y="1643063"/>
          <p14:tracePt t="24657" x="1447800" y="1638300"/>
          <p14:tracePt t="24665" x="1381125" y="1633538"/>
          <p14:tracePt t="24671" x="1295400" y="1633538"/>
          <p14:tracePt t="24678" x="1262063" y="1628775"/>
          <p14:tracePt t="24685" x="1185863" y="1628775"/>
          <p14:tracePt t="24692" x="1119188" y="1628775"/>
          <p14:tracePt t="24700" x="1038225" y="1628775"/>
          <p14:tracePt t="24706" x="1014413" y="1628775"/>
          <p14:tracePt t="24713" x="942975" y="1633538"/>
          <p14:tracePt t="24729" x="828675" y="1652588"/>
          <p14:tracePt t="24734" x="814388" y="1657350"/>
          <p14:tracePt t="24740" x="771525" y="1671638"/>
          <p14:tracePt t="24748" x="728663" y="1690688"/>
          <p14:tracePt t="24754" x="714375" y="1695450"/>
          <p14:tracePt t="24755" x="695325" y="1714500"/>
          <p14:tracePt t="24762" x="685800" y="1724025"/>
          <p14:tracePt t="24769" x="661988" y="1752600"/>
          <p14:tracePt t="24775" x="638175" y="1785938"/>
          <p14:tracePt t="24784" x="628650" y="1804988"/>
          <p14:tracePt t="24789" x="619125" y="1824038"/>
          <p14:tracePt t="24797" x="609600" y="1852613"/>
          <p14:tracePt t="24804" x="604838" y="1871663"/>
          <p14:tracePt t="24810" x="604838" y="1885950"/>
          <p14:tracePt t="24817" x="600075" y="1909763"/>
          <p14:tracePt t="24824" x="600075" y="1928813"/>
          <p14:tracePt t="24831" x="600075" y="1947863"/>
          <p14:tracePt t="24838" x="604838" y="1962150"/>
          <p14:tracePt t="24845" x="619125" y="1985963"/>
          <p14:tracePt t="24853" x="633413" y="2014538"/>
          <p14:tracePt t="24860" x="657225" y="2043113"/>
          <p14:tracePt t="24866" x="661988" y="2052638"/>
          <p14:tracePt t="24867" x="671513" y="2066925"/>
          <p14:tracePt t="24872" x="690563" y="2081213"/>
          <p14:tracePt t="24879" x="728663" y="2114550"/>
          <p14:tracePt t="24886" x="752475" y="2133600"/>
          <p14:tracePt t="24893" x="804863" y="2162175"/>
          <p14:tracePt t="24900" x="871538" y="2200275"/>
          <p14:tracePt t="24907" x="947738" y="2228850"/>
          <p14:tracePt t="24914" x="981075" y="2243138"/>
          <p14:tracePt t="24921" x="1066800" y="2262188"/>
          <p14:tracePt t="24928" x="1147763" y="2271713"/>
          <p14:tracePt t="24935" x="1233488" y="2271713"/>
          <p14:tracePt t="24942" x="1276350" y="2271713"/>
          <p14:tracePt t="24949" x="1381125" y="2252663"/>
          <p14:tracePt t="24956" x="1481138" y="2219325"/>
          <p14:tracePt t="24963" x="1585913" y="2181225"/>
          <p14:tracePt t="24970" x="1624013" y="2162175"/>
          <p14:tracePt t="24972" x="1671638" y="2147888"/>
          <p14:tracePt t="24977" x="1728788" y="2124075"/>
          <p14:tracePt t="24983" x="1814513" y="2085975"/>
          <p14:tracePt t="24992" x="1890713" y="2057400"/>
          <p14:tracePt t="24997" x="1924050" y="2043113"/>
          <p14:tracePt t="25004" x="1966913" y="2014538"/>
          <p14:tracePt t="25011" x="1985963" y="2000250"/>
          <p14:tracePt t="25018" x="1990725" y="1990725"/>
          <p14:tracePt t="25019" x="1990725" y="1985963"/>
          <p14:tracePt t="25025" x="1990725" y="1981200"/>
          <p14:tracePt t="25032" x="1990725" y="1962150"/>
          <p14:tracePt t="25039" x="1966913" y="1933575"/>
          <p14:tracePt t="25047" x="1947863" y="1905000"/>
          <p14:tracePt t="25053" x="1924050" y="1885950"/>
          <p14:tracePt t="25060" x="1881188" y="1852613"/>
          <p14:tracePt t="25067" x="1824038" y="1814513"/>
          <p14:tracePt t="25074" x="1804988" y="1795463"/>
          <p14:tracePt t="25081" x="1757363" y="1776413"/>
          <p14:tracePt t="25088" x="1714500" y="1752600"/>
          <p14:tracePt t="25096" x="1676400" y="1733550"/>
          <p14:tracePt t="25102" x="1662113" y="1728788"/>
          <p14:tracePt t="25108" x="1624013" y="1714500"/>
          <p14:tracePt t="25116" x="1600200" y="1704975"/>
          <p14:tracePt t="25122" x="1590675" y="1704975"/>
          <p14:tracePt t="25124" x="1585913" y="1700213"/>
          <p14:tracePt t="25130" x="1576388" y="1700213"/>
          <p14:tracePt t="25137" x="1562100" y="1690688"/>
          <p14:tracePt t="25143" x="1557338" y="1690688"/>
          <p14:tracePt t="25188" x="0" y="0"/>
        </p14:tracePtLst>
        <p14:tracePtLst>
          <p14:tracePt t="27240" x="7639050" y="1657350"/>
          <p14:tracePt t="27241" x="7620000" y="1657350"/>
          <p14:tracePt t="27243" x="7605713" y="1652588"/>
          <p14:tracePt t="27247" x="7581900" y="1652588"/>
          <p14:tracePt t="27252" x="7562850" y="1647825"/>
          <p14:tracePt t="27255" x="7534275" y="1643063"/>
          <p14:tracePt t="27262" x="7505700" y="1638300"/>
          <p14:tracePt t="27263" x="7481888" y="1633538"/>
          <p14:tracePt t="27268" x="7448550" y="1633538"/>
          <p14:tracePt t="27275" x="7377113" y="1628775"/>
          <p14:tracePt t="27282" x="7343775" y="1628775"/>
          <p14:tracePt t="27283" x="7324725" y="1624013"/>
          <p14:tracePt t="27290" x="7286625" y="1624013"/>
          <p14:tracePt t="27291" x="7253288" y="1624013"/>
          <p14:tracePt t="27297" x="7215188" y="1619250"/>
          <p14:tracePt t="27303" x="7124700" y="1619250"/>
          <p14:tracePt t="27310" x="7077075" y="1619250"/>
          <p14:tracePt t="27311" x="7038975" y="1619250"/>
          <p14:tracePt t="27317" x="6991350" y="1619250"/>
          <p14:tracePt t="27324" x="6905625" y="1619250"/>
          <p14:tracePt t="27333" x="6791325" y="1619250"/>
          <p14:tracePt t="27338" x="6753225" y="1619250"/>
          <p14:tracePt t="27345" x="6624638" y="1628775"/>
          <p14:tracePt t="27352" x="6524625" y="1633538"/>
          <p14:tracePt t="27359" x="6405563" y="1643063"/>
          <p14:tracePt t="27366" x="6353175" y="1643063"/>
          <p14:tracePt t="27372" x="6253163" y="1652588"/>
          <p14:tracePt t="27381" x="6153150" y="1657350"/>
          <p14:tracePt t="27387" x="6086475" y="1662113"/>
          <p14:tracePt t="27394" x="6053138" y="1666875"/>
          <p14:tracePt t="27395" x="6019800" y="1666875"/>
          <p14:tracePt t="27400" x="5981700" y="1671638"/>
          <p14:tracePt t="27403" x="5948363" y="1671638"/>
          <p14:tracePt t="27408" x="5919788" y="1676400"/>
          <p14:tracePt t="27414" x="5895975" y="1676400"/>
          <p14:tracePt t="27421" x="5838825" y="1685925"/>
          <p14:tracePt t="27428" x="5767388" y="1690688"/>
          <p14:tracePt t="27436" x="5705475" y="1695450"/>
          <p14:tracePt t="27442" x="5667375" y="1695450"/>
          <p14:tracePt t="27449" x="5595938" y="1704975"/>
          <p14:tracePt t="27456" x="5524500" y="1714500"/>
          <p14:tracePt t="27465" x="5453063" y="1724025"/>
          <p14:tracePt t="27470" x="5419725" y="1728788"/>
          <p14:tracePt t="27476" x="5348288" y="1743075"/>
          <p14:tracePt t="27484" x="5291138" y="1757363"/>
          <p14:tracePt t="27493" x="5229225" y="1776413"/>
          <p14:tracePt t="27498" x="5195888" y="1785938"/>
          <p14:tracePt t="27504" x="5138738" y="1809750"/>
          <p14:tracePt t="27511" x="5091113" y="1833563"/>
          <p14:tracePt t="27518" x="5062538" y="1838325"/>
          <p14:tracePt t="27525" x="5019675" y="1862138"/>
          <p14:tracePt t="27527" x="4995863" y="1876425"/>
          <p14:tracePt t="27532" x="4981575" y="1885950"/>
          <p14:tracePt t="27539" x="4953000" y="1909763"/>
          <p14:tracePt t="27546" x="4938713" y="1924050"/>
          <p14:tracePt t="27553" x="4919663" y="1947863"/>
          <p14:tracePt t="27560" x="4914900" y="1981200"/>
          <p14:tracePt t="27568" x="4910138" y="2009775"/>
          <p14:tracePt t="27574" x="4905375" y="2024063"/>
          <p14:tracePt t="27581" x="4905375" y="2052638"/>
          <p14:tracePt t="27588" x="4914900" y="2095500"/>
          <p14:tracePt t="27595" x="4938713" y="2138363"/>
          <p14:tracePt t="27602" x="4957763" y="2166938"/>
          <p14:tracePt t="27603" x="4967288" y="2185988"/>
          <p14:tracePt t="27609" x="4981575" y="2205038"/>
          <p14:tracePt t="27616" x="5019675" y="2243138"/>
          <p14:tracePt t="27622" x="5043488" y="2257425"/>
          <p14:tracePt t="27629" x="5091113" y="2300288"/>
          <p14:tracePt t="27636" x="5176838" y="2343150"/>
          <p14:tracePt t="27644" x="5276850" y="2381250"/>
          <p14:tracePt t="27651" x="5386388" y="2419350"/>
          <p14:tracePt t="27658" x="5467350" y="2438400"/>
          <p14:tracePt t="27672" x="5795963" y="2486025"/>
          <p14:tracePt t="27678" x="5905500" y="2490788"/>
          <p14:tracePt t="27680" x="5981700" y="2490788"/>
          <p14:tracePt t="27685" x="6076950" y="2495550"/>
          <p14:tracePt t="27692" x="6224588" y="2495550"/>
          <p14:tracePt t="27699" x="6405563" y="2486025"/>
          <p14:tracePt t="27706" x="6467475" y="2471738"/>
          <p14:tracePt t="27713" x="6610350" y="2457450"/>
          <p14:tracePt t="27715" x="6667500" y="2447925"/>
          <p14:tracePt t="27720" x="6738938" y="2428875"/>
          <p14:tracePt t="27729" x="6848475" y="2405063"/>
          <p14:tracePt t="27734" x="6905625" y="2386013"/>
          <p14:tracePt t="27740" x="7005638" y="2352675"/>
          <p14:tracePt t="27748" x="7081838" y="2324100"/>
          <p14:tracePt t="27754" x="7110413" y="2305050"/>
          <p14:tracePt t="27761" x="7158038" y="2266950"/>
          <p14:tracePt t="27769" x="7196138" y="2224088"/>
          <p14:tracePt t="27776" x="7219950" y="2181225"/>
          <p14:tracePt t="27782" x="7224713" y="2162175"/>
          <p14:tracePt t="27783" x="7229475" y="2138363"/>
          <p14:tracePt t="27789" x="7229475" y="2114550"/>
          <p14:tracePt t="27796" x="7234238" y="2071688"/>
          <p14:tracePt t="27803" x="7229475" y="2038350"/>
          <p14:tracePt t="27810" x="7219950" y="2009775"/>
          <p14:tracePt t="27811" x="7215188" y="1990725"/>
          <p14:tracePt t="27817" x="7205663" y="1971675"/>
          <p14:tracePt t="27824" x="7177088" y="1933575"/>
          <p14:tracePt t="27831" x="7148513" y="1895475"/>
          <p14:tracePt t="27838" x="7129463" y="1871663"/>
          <p14:tracePt t="27846" x="7096125" y="1838325"/>
          <p14:tracePt t="27852" x="7048500" y="1800225"/>
          <p14:tracePt t="27858" x="7029450" y="1781175"/>
          <p14:tracePt t="27860" x="7005638" y="1766888"/>
          <p14:tracePt t="27866" x="6981825" y="1757363"/>
          <p14:tracePt t="27880" x="6881813" y="1704975"/>
          <p14:tracePt t="27888" x="6819900" y="1681163"/>
          <p14:tracePt t="27894" x="6796088" y="1676400"/>
          <p14:tracePt t="27902" x="6734175" y="1662113"/>
          <p14:tracePt t="27908" x="6662738" y="1652588"/>
          <p14:tracePt t="27916" x="6596063" y="1652588"/>
          <p14:tracePt t="27921" x="6567488" y="1652588"/>
          <p14:tracePt t="27928" x="6496050" y="1652588"/>
          <p14:tracePt t="27936" x="6424613" y="1652588"/>
          <p14:tracePt t="27942" x="6386513" y="1657350"/>
          <p14:tracePt t="27949" x="6296025" y="1681163"/>
          <p14:tracePt t="27956" x="6210300" y="1700213"/>
          <p14:tracePt t="27963" x="6110288" y="1733550"/>
          <p14:tracePt t="27970" x="6062663" y="1747838"/>
          <p14:tracePt t="27977" x="5967413" y="1790700"/>
          <p14:tracePt t="27983" x="5886450" y="1828800"/>
          <p14:tracePt t="27991" x="5843588" y="1847850"/>
          <p14:tracePt t="27998" x="5762625" y="1895475"/>
          <p14:tracePt t="27999" x="5734050" y="1914525"/>
          <p14:tracePt t="28005" x="5700713" y="1933575"/>
          <p14:tracePt t="28012" x="5643563" y="1971675"/>
          <p14:tracePt t="28018" x="5624513" y="1990725"/>
          <p14:tracePt t="28025" x="5591175" y="2014538"/>
          <p14:tracePt t="28034" x="5572125" y="2033588"/>
          <p14:tracePt t="28035" x="5562600" y="2047875"/>
          <p14:tracePt t="28040" x="5557838" y="2052638"/>
          <p14:tracePt t="28048" x="5553075" y="2066925"/>
          <p14:tracePt t="28054" x="5548313" y="2066925"/>
          <p14:tracePt t="28055" x="5548313" y="2076450"/>
          <p14:tracePt t="28068" x="5548313" y="2081213"/>
          <p14:tracePt t="28074" x="5548313" y="2085975"/>
          <p14:tracePt t="28082" x="5548313" y="2090738"/>
          <p14:tracePt t="28088" x="5548313" y="2095500"/>
          <p14:tracePt t="28096" x="5553075" y="2100263"/>
          <p14:tracePt t="28097" x="0" y="0"/>
        </p14:tracePtLst>
        <p14:tracePtLst>
          <p14:tracePt t="31026" x="1647825" y="1309688"/>
          <p14:tracePt t="31027" x="1633538" y="1304925"/>
          <p14:tracePt t="31031" x="1609725" y="1300163"/>
          <p14:tracePt t="31040" x="1576388" y="1290638"/>
          <p14:tracePt t="31047" x="1543050" y="1281113"/>
          <p14:tracePt t="31053" x="1514475" y="1276350"/>
          <p14:tracePt t="31060" x="1462088" y="1271588"/>
          <p14:tracePt t="31067" x="1400175" y="1262063"/>
          <p14:tracePt t="31074" x="1362075" y="1257300"/>
          <p14:tracePt t="31083" x="1271588" y="1243013"/>
          <p14:tracePt t="31084" x="1228725" y="1238250"/>
          <p14:tracePt t="31088" x="1176338" y="1233488"/>
          <p14:tracePt t="31094" x="1133475" y="1233488"/>
          <p14:tracePt t="31102" x="1023938" y="1223963"/>
          <p14:tracePt t="31109" x="919163" y="1223963"/>
          <p14:tracePt t="31115" x="828675" y="1223963"/>
          <p14:tracePt t="31122" x="771525" y="1223963"/>
          <p14:tracePt t="31123" x="733425" y="1223963"/>
          <p14:tracePt t="31130" x="695325" y="1223963"/>
          <p14:tracePt t="31136" x="609600" y="1238250"/>
          <p14:tracePt t="31143" x="547688" y="1252538"/>
          <p14:tracePt t="31151" x="476250" y="1271588"/>
          <p14:tracePt t="31157" x="447675" y="1285875"/>
          <p14:tracePt t="31166" x="395288" y="1309688"/>
          <p14:tracePt t="31172" x="352425" y="1338263"/>
          <p14:tracePt t="31180" x="314325" y="1366838"/>
          <p14:tracePt t="31186" x="300038" y="1381125"/>
          <p14:tracePt t="31192" x="271463" y="1414463"/>
          <p14:tracePt t="31199" x="252413" y="1443038"/>
          <p14:tracePt t="31207" x="247650" y="1457325"/>
          <p14:tracePt t="31213" x="242888" y="1500188"/>
          <p14:tracePt t="31220" x="242888" y="1528763"/>
          <p14:tracePt t="31227" x="242888" y="1557338"/>
          <p14:tracePt t="31234" x="242888" y="1581150"/>
          <p14:tracePt t="31241" x="261938" y="1614488"/>
          <p14:tracePt t="31249" x="285750" y="1652588"/>
          <p14:tracePt t="31255" x="300038" y="1671638"/>
          <p14:tracePt t="31262" x="328613" y="1704975"/>
          <p14:tracePt t="31263" x="352425" y="1719263"/>
          <p14:tracePt t="31269" x="366713" y="1733550"/>
          <p14:tracePt t="31275" x="414338" y="1757363"/>
          <p14:tracePt t="31282" x="438150" y="1766888"/>
          <p14:tracePt t="31291" x="500063" y="1781175"/>
          <p14:tracePt t="31297" x="571500" y="1795463"/>
          <p14:tracePt t="31304" x="638175" y="1800225"/>
          <p14:tracePt t="31310" x="676275" y="1800225"/>
          <p14:tracePt t="31317" x="752475" y="1800225"/>
          <p14:tracePt t="31324" x="823913" y="1795463"/>
          <p14:tracePt t="31333" x="909638" y="1771650"/>
          <p14:tracePt t="31338" x="942975" y="1766888"/>
          <p14:tracePt t="31344" x="1019175" y="1747838"/>
          <p14:tracePt t="31352" x="1100138" y="1728788"/>
          <p14:tracePt t="31359" x="1171575" y="1704975"/>
          <p14:tracePt t="31366" x="1200150" y="1695450"/>
          <p14:tracePt t="31373" x="1262063" y="1676400"/>
          <p14:tracePt t="31381" x="1304925" y="1662113"/>
          <p14:tracePt t="31386" x="1323975" y="1652588"/>
          <p14:tracePt t="31393" x="1362075" y="1624013"/>
          <p14:tracePt t="31401" x="1385888" y="1609725"/>
          <p14:tracePt t="31408" x="1400175" y="1595438"/>
          <p14:tracePt t="31414" x="1404938" y="1585913"/>
          <p14:tracePt t="31421" x="1414463" y="1571625"/>
          <p14:tracePt t="31428" x="1419225" y="1557338"/>
          <p14:tracePt t="31435" x="1423988" y="1538288"/>
          <p14:tracePt t="31442" x="1423988" y="1533525"/>
          <p14:tracePt t="31449" x="1428750" y="1514475"/>
          <p14:tracePt t="31456" x="1428750" y="1490663"/>
          <p14:tracePt t="31464" x="1428750" y="1462088"/>
          <p14:tracePt t="31470" x="1428750" y="1452563"/>
          <p14:tracePt t="31477" x="1423988" y="1433513"/>
          <p14:tracePt t="31484" x="1419225" y="1409700"/>
          <p14:tracePt t="31490" x="1414463" y="1400175"/>
          <p14:tracePt t="31491" x="1409700" y="1390650"/>
          <p14:tracePt t="31498" x="1404938" y="1385888"/>
          <p14:tracePt t="31504" x="1395413" y="1366838"/>
          <p14:tracePt t="31513" x="1385888" y="1357313"/>
          <p14:tracePt t="31518" x="1381125" y="1352550"/>
          <p14:tracePt t="31525" x="1376363" y="1347788"/>
          <p14:tracePt t="31532" x="1371600" y="1343025"/>
          <p14:tracePt t="31545" x="1366838" y="1343025"/>
          <p14:tracePt t="31553" x="1362075" y="1343025"/>
          <p14:tracePt t="31561" x="0" y="0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A4976-0655-B156-AC58-E1CEF177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BD16D0-2EF4-39C0-DDC5-36FB36ADA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 - 1 Verstopper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E63C32-ED16-6C81-7F21-2D742CD31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25" y="275161"/>
            <a:ext cx="2120525" cy="53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EAD04C1-1625-A128-222E-E3B467B7D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955" y="53686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D29C39A-54FB-7923-A736-0ED9B424D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14</a:t>
            </a:fld>
            <a:endParaRPr lang="nl-NL" noProof="0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80CE1136-18C4-81B5-3386-B85A64980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9174085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Variëren per zwerm grootte over alle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omgevings</a:t>
            </a:r>
            <a:r>
              <a:rPr lang="nl-NL" sz="1600" dirty="0">
                <a:solidFill>
                  <a:schemeClr val="bg1"/>
                </a:solidFill>
                <a:latin typeface="Source Sans Pro" panose="020F0502020204030204" pitchFamily="34" charset="0"/>
              </a:rPr>
              <a:t>-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variabelen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6BDB073-D2D0-96F7-9768-0D3D9E6B31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" y="0"/>
            <a:ext cx="12139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9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313"/>
    </mc:Choice>
    <mc:Fallback xmlns="">
      <p:transition spd="slow" advTm="77313"/>
    </mc:Fallback>
  </mc:AlternateContent>
  <p:extLst>
    <p:ext uri="{3A86A75C-4F4B-4683-9AE1-C65F6400EC91}">
      <p14:laserTraceLst xmlns:p14="http://schemas.microsoft.com/office/powerpoint/2010/main">
        <p14:tracePtLst>
          <p14:tracePt t="20074" x="1238250" y="2424113"/>
          <p14:tracePt t="20097" x="1162050" y="2395538"/>
          <p14:tracePt t="20100" x="1143000" y="2390775"/>
          <p14:tracePt t="20103" x="1123950" y="2386013"/>
          <p14:tracePt t="20106" x="1095375" y="2381250"/>
          <p14:tracePt t="20119" x="1004888" y="2366963"/>
          <p14:tracePt t="20124" x="971550" y="2362200"/>
          <p14:tracePt t="20133" x="900113" y="2352675"/>
          <p14:tracePt t="20143" x="785813" y="2352675"/>
          <p14:tracePt t="20152" x="719138" y="2352675"/>
          <p14:tracePt t="20159" x="666750" y="2352675"/>
          <p14:tracePt t="20165" x="642938" y="2352675"/>
          <p14:tracePt t="20172" x="595313" y="2366963"/>
          <p14:tracePt t="20183" x="523875" y="2390775"/>
          <p14:tracePt t="20194" x="461963" y="2424113"/>
          <p14:tracePt t="20200" x="447675" y="2433638"/>
          <p14:tracePt t="20207" x="423863" y="2452688"/>
          <p14:tracePt t="20214" x="409575" y="2471738"/>
          <p14:tracePt t="20221" x="404813" y="2481263"/>
          <p14:tracePt t="20227" x="404813" y="2495550"/>
          <p14:tracePt t="20235" x="404813" y="2519363"/>
          <p14:tracePt t="20241" x="414338" y="2528888"/>
          <p14:tracePt t="20243" x="423863" y="2538413"/>
          <p14:tracePt t="20249" x="428625" y="2552700"/>
          <p14:tracePt t="20256" x="461963" y="2571750"/>
          <p14:tracePt t="20262" x="504825" y="2595563"/>
          <p14:tracePt t="20269" x="533400" y="2609850"/>
          <p14:tracePt t="20276" x="585788" y="2633663"/>
          <p14:tracePt t="20284" x="652463" y="2652713"/>
          <p14:tracePt t="20290" x="676275" y="2662238"/>
          <p14:tracePt t="20291" x="719138" y="2671763"/>
          <p14:tracePt t="20297" x="752475" y="2681288"/>
          <p14:tracePt t="20304" x="823913" y="2695575"/>
          <p14:tracePt t="20312" x="895350" y="2705100"/>
          <p14:tracePt t="20318" x="938213" y="2705100"/>
          <p14:tracePt t="20319" x="985838" y="2705100"/>
          <p14:tracePt t="20325" x="1028700" y="2709863"/>
          <p14:tracePt t="20332" x="1100138" y="2709863"/>
          <p14:tracePt t="20339" x="1171575" y="2705100"/>
          <p14:tracePt t="20346" x="1243013" y="2690813"/>
          <p14:tracePt t="20353" x="1281113" y="2681288"/>
          <p14:tracePt t="20360" x="1347788" y="2662238"/>
          <p14:tracePt t="20367" x="1419225" y="2633663"/>
          <p14:tracePt t="20375" x="1466850" y="2605088"/>
          <p14:tracePt t="20381" x="1495425" y="2586038"/>
          <p14:tracePt t="20387" x="1524000" y="2557463"/>
          <p14:tracePt t="20395" x="1552575" y="2524125"/>
          <p14:tracePt t="20401" x="1557338" y="2514600"/>
          <p14:tracePt t="20408" x="1566863" y="2486025"/>
          <p14:tracePt t="20416" x="1576388" y="2457450"/>
          <p14:tracePt t="20422" x="1576388" y="2433638"/>
          <p14:tracePt t="20429" x="1576388" y="2419350"/>
          <p14:tracePt t="20437" x="1571625" y="2400300"/>
          <p14:tracePt t="20443" x="1557338" y="2376488"/>
          <p14:tracePt t="20450" x="1543050" y="2362200"/>
          <p14:tracePt t="20458" x="1524000" y="2352675"/>
          <p14:tracePt t="20464" x="1519238" y="2347913"/>
          <p14:tracePt t="20471" x="1500188" y="2343150"/>
          <p14:tracePt t="20478" x="1490663" y="2338388"/>
          <p14:tracePt t="20485" x="1476375" y="2338388"/>
          <p14:tracePt t="20492" x="1447800" y="2338388"/>
          <p14:tracePt t="20501" x="1414463" y="2338388"/>
          <p14:tracePt t="20505" x="1400175" y="2343150"/>
          <p14:tracePt t="20512" x="1343025" y="2357438"/>
          <p14:tracePt t="20520" x="1295400" y="2371725"/>
          <p14:tracePt t="20526" x="1252538" y="2386013"/>
          <p14:tracePt t="20533" x="1228725" y="2400300"/>
          <p14:tracePt t="20540" x="1176338" y="2428875"/>
          <p14:tracePt t="20547" x="1133475" y="2443163"/>
          <p14:tracePt t="20555" x="1085850" y="2466975"/>
          <p14:tracePt t="20561" x="1076325" y="2476500"/>
          <p14:tracePt t="20568" x="1047750" y="2495550"/>
          <p14:tracePt t="20575" x="1023938" y="2514600"/>
          <p14:tracePt t="20583" x="1004888" y="2528888"/>
          <p14:tracePt t="20589" x="995363" y="2538413"/>
          <p14:tracePt t="20595" x="990600" y="2552700"/>
          <p14:tracePt t="20603" x="985838" y="2562225"/>
          <p14:tracePt t="20610" x="985838" y="2576513"/>
          <p14:tracePt t="20618" x="985838" y="2586038"/>
          <p14:tracePt t="20624" x="990600" y="2590800"/>
          <p14:tracePt t="20633" x="1000125" y="2600325"/>
          <p14:tracePt t="20634" x="1009650" y="2609850"/>
          <p14:tracePt t="20638" x="1023938" y="2619375"/>
          <p14:tracePt t="20645" x="1033463" y="2624138"/>
          <p14:tracePt t="20651" x="1066800" y="2638425"/>
          <p14:tracePt t="20658" x="1119188" y="2652713"/>
          <p14:tracePt t="20665" x="1152525" y="2662238"/>
          <p14:tracePt t="20672" x="1228725" y="2681288"/>
          <p14:tracePt t="20679" x="1304925" y="2695575"/>
          <p14:tracePt t="20680" x="0" y="0"/>
        </p14:tracePtLst>
        <p14:tracePtLst>
          <p14:tracePt t="22041" x="1285875" y="1471613"/>
          <p14:tracePt t="22044" x="1266825" y="1471613"/>
          <p14:tracePt t="22046" x="1238250" y="1466850"/>
          <p14:tracePt t="22055" x="1190625" y="1466850"/>
          <p14:tracePt t="22061" x="1166813" y="1466850"/>
          <p14:tracePt t="22068" x="1128713" y="1466850"/>
          <p14:tracePt t="22075" x="1085850" y="1476375"/>
          <p14:tracePt t="22082" x="1062038" y="1481138"/>
          <p14:tracePt t="22082" x="1033463" y="1481138"/>
          <p14:tracePt t="22089" x="1009650" y="1485900"/>
          <p14:tracePt t="22096" x="971550" y="1495425"/>
          <p14:tracePt t="22103" x="938213" y="1500188"/>
          <p14:tracePt t="22110" x="909638" y="1514475"/>
          <p14:tracePt t="22117" x="900113" y="1514475"/>
          <p14:tracePt t="22118" x="890588" y="1524000"/>
          <p14:tracePt t="22124" x="881063" y="1528763"/>
          <p14:tracePt t="22130" x="871538" y="1538288"/>
          <p14:tracePt t="22137" x="866775" y="1547813"/>
          <p14:tracePt t="22146" x="852488" y="1562100"/>
          <p14:tracePt t="22152" x="847725" y="1571625"/>
          <p14:tracePt t="22159" x="842963" y="1590675"/>
          <p14:tracePt t="22167" x="842963" y="1604963"/>
          <p14:tracePt t="22172" x="842963" y="1614488"/>
          <p14:tracePt t="22179" x="842963" y="1633538"/>
          <p14:tracePt t="22186" x="852488" y="1652588"/>
          <p14:tracePt t="22193" x="857250" y="1662113"/>
          <p14:tracePt t="22200" x="876300" y="1685925"/>
          <p14:tracePt t="22207" x="895350" y="1709738"/>
          <p14:tracePt t="22214" x="919163" y="1724025"/>
          <p14:tracePt t="22221" x="928688" y="1733550"/>
          <p14:tracePt t="22228" x="952500" y="1752600"/>
          <p14:tracePt t="22234" x="990600" y="1766888"/>
          <p14:tracePt t="22242" x="1004888" y="1771650"/>
          <p14:tracePt t="22243" x="1028700" y="1781175"/>
          <p14:tracePt t="22249" x="1042988" y="1781175"/>
          <p14:tracePt t="22255" x="1081088" y="1785938"/>
          <p14:tracePt t="22265" x="1119188" y="1785938"/>
          <p14:tracePt t="22269" x="1143000" y="1785938"/>
          <p14:tracePt t="22276" x="1190625" y="1781175"/>
          <p14:tracePt t="22283" x="1252538" y="1771650"/>
          <p14:tracePt t="22291" x="1300163" y="1752600"/>
          <p14:tracePt t="22297" x="1328738" y="1747838"/>
          <p14:tracePt t="22298" x="1352550" y="1738313"/>
          <p14:tracePt t="22304" x="1376363" y="1733550"/>
          <p14:tracePt t="22311" x="1419225" y="1714500"/>
          <p14:tracePt t="22318" x="1438275" y="1704975"/>
          <p14:tracePt t="22319" x="1452563" y="1700213"/>
          <p14:tracePt t="22326" x="1466850" y="1690688"/>
          <p14:tracePt t="22327" x="1476375" y="1685925"/>
          <p14:tracePt t="22332" x="1485900" y="1676400"/>
          <p14:tracePt t="22338" x="1495425" y="1662113"/>
          <p14:tracePt t="22346" x="1504950" y="1652588"/>
          <p14:tracePt t="22353" x="1504950" y="1647825"/>
          <p14:tracePt t="22360" x="1504950" y="1638300"/>
          <p14:tracePt t="22366" x="1504950" y="1628775"/>
          <p14:tracePt t="22375" x="1500188" y="1614488"/>
          <p14:tracePt t="22380" x="1500188" y="1609725"/>
          <p14:tracePt t="22387" x="1485900" y="1595438"/>
          <p14:tracePt t="22395" x="1466850" y="1581150"/>
          <p14:tracePt t="22401" x="1462088" y="1576388"/>
          <p14:tracePt t="22408" x="1428750" y="1557338"/>
          <p14:tracePt t="22415" x="1390650" y="1538288"/>
          <p14:tracePt t="22423" x="1338263" y="1519238"/>
          <p14:tracePt t="22429" x="1314450" y="1509713"/>
          <p14:tracePt t="22436" x="1262063" y="1490663"/>
          <p14:tracePt t="22443" x="1214438" y="1481138"/>
          <p14:tracePt t="22451" x="1152525" y="1466850"/>
          <p14:tracePt t="22457" x="1123950" y="1462088"/>
          <p14:tracePt t="22458" x="1100138" y="1462088"/>
          <p14:tracePt t="22464" x="1071563" y="1457325"/>
          <p14:tracePt t="22472" x="1019175" y="1452563"/>
          <p14:tracePt t="22478" x="981075" y="1447800"/>
          <p14:tracePt t="22485" x="966788" y="1447800"/>
          <p14:tracePt t="22492" x="938213" y="1447800"/>
          <p14:tracePt t="22500" x="914400" y="1447800"/>
          <p14:tracePt t="22506" x="904875" y="1447800"/>
          <p14:tracePt t="22513" x="895350" y="1452563"/>
          <p14:tracePt t="22516" x="890588" y="1457325"/>
          <p14:tracePt t="22519" x="885825" y="1457325"/>
          <p14:tracePt t="22526" x="876300" y="1462088"/>
          <p14:tracePt t="22533" x="871538" y="1466850"/>
          <p14:tracePt t="22534" x="0" y="0"/>
        </p14:tracePtLst>
        <p14:tracePtLst>
          <p14:tracePt t="23859" x="3348038" y="1447800"/>
          <p14:tracePt t="23871" x="3348038" y="1443038"/>
          <p14:tracePt t="23888" x="3338513" y="1443038"/>
          <p14:tracePt t="23892" x="3333750" y="1443038"/>
          <p14:tracePt t="23896" x="3328988" y="1438275"/>
          <p14:tracePt t="23902" x="3305175" y="1438275"/>
          <p14:tracePt t="23910" x="3290888" y="1433513"/>
          <p14:tracePt t="23910" x="3281363" y="1433513"/>
          <p14:tracePt t="23915" x="3271838" y="1433513"/>
          <p14:tracePt t="23923" x="3257550" y="1433513"/>
          <p14:tracePt t="23929" x="3248025" y="1433513"/>
          <p14:tracePt t="23936" x="3228975" y="1438275"/>
          <p14:tracePt t="23944" x="3219450" y="1443038"/>
          <p14:tracePt t="23950" x="3209925" y="1457325"/>
          <p14:tracePt t="23957" x="3205163" y="1457325"/>
          <p14:tracePt t="23959" x="3195638" y="1466850"/>
          <p14:tracePt t="23965" x="3195638" y="1471613"/>
          <p14:tracePt t="23971" x="3186113" y="1485900"/>
          <p14:tracePt t="23979" x="3176588" y="1504950"/>
          <p14:tracePt t="23985" x="3171825" y="1509713"/>
          <p14:tracePt t="23992" x="3167063" y="1528763"/>
          <p14:tracePt t="23999" x="3162300" y="1552575"/>
          <p14:tracePt t="24006" x="3157538" y="1585913"/>
          <p14:tracePt t="24013" x="3157538" y="1590675"/>
          <p14:tracePt t="24019" x="3157538" y="1619250"/>
          <p14:tracePt t="24026" x="3171825" y="1643063"/>
          <p14:tracePt t="24033" x="3176588" y="1657350"/>
          <p14:tracePt t="24034" x="3190875" y="1676400"/>
          <p14:tracePt t="24040" x="3195638" y="1690688"/>
          <p14:tracePt t="24047" x="3219450" y="1714500"/>
          <p14:tracePt t="24055" x="3238500" y="1733550"/>
          <p14:tracePt t="24061" x="3252788" y="1743075"/>
          <p14:tracePt t="24062" x="3262313" y="1752600"/>
          <p14:tracePt t="24068" x="3271838" y="1757363"/>
          <p14:tracePt t="24075" x="3300413" y="1766888"/>
          <p14:tracePt t="24082" x="3309938" y="1771650"/>
          <p14:tracePt t="24083" x="3324225" y="1771650"/>
          <p14:tracePt t="24089" x="3333750" y="1771650"/>
          <p14:tracePt t="24096" x="3357563" y="1771650"/>
          <p14:tracePt t="24103" x="3376613" y="1771650"/>
          <p14:tracePt t="24110" x="3400425" y="1762125"/>
          <p14:tracePt t="24117" x="3409950" y="1757363"/>
          <p14:tracePt t="24123" x="3433763" y="1743075"/>
          <p14:tracePt t="24131" x="3457575" y="1724025"/>
          <p14:tracePt t="24137" x="3471863" y="1709738"/>
          <p14:tracePt t="24144" x="3490913" y="1690688"/>
          <p14:tracePt t="24152" x="3505200" y="1666875"/>
          <p14:tracePt t="24158" x="3514725" y="1643063"/>
          <p14:tracePt t="24165" x="3519488" y="1633538"/>
          <p14:tracePt t="24172" x="3519488" y="1619250"/>
          <p14:tracePt t="24179" x="3524250" y="1595438"/>
          <p14:tracePt t="24186" x="3524250" y="1585913"/>
          <p14:tracePt t="24194" x="3524250" y="1581150"/>
          <p14:tracePt t="24200" x="3524250" y="1576388"/>
          <p14:tracePt t="24207" x="3514725" y="1562100"/>
          <p14:tracePt t="24215" x="3500438" y="1552575"/>
          <p14:tracePt t="24221" x="3495675" y="1547813"/>
          <p14:tracePt t="24222" x="3486150" y="1543050"/>
          <p14:tracePt t="24228" x="3471863" y="1533525"/>
          <p14:tracePt t="24235" x="3448050" y="1524000"/>
          <p14:tracePt t="24242" x="3433763" y="1519238"/>
          <p14:tracePt t="24248" x="3405188" y="1504950"/>
          <p14:tracePt t="24256" x="3376613" y="1495425"/>
          <p14:tracePt t="24262" x="3352800" y="1490663"/>
          <p14:tracePt t="24269" x="3338513" y="1485900"/>
          <p14:tracePt t="24270" x="3333750" y="1485900"/>
          <p14:tracePt t="24276" x="3324225" y="1485900"/>
          <p14:tracePt t="24283" x="3314700" y="1481138"/>
          <p14:tracePt t="24291" x="3305175" y="1481138"/>
          <p14:tracePt t="24307" x="3300413" y="1481138"/>
          <p14:tracePt t="24327" x="3300413" y="1490663"/>
          <p14:tracePt t="24335" x="3300413" y="1495425"/>
          <p14:tracePt t="24339" x="3295650" y="1495425"/>
          <p14:tracePt t="24347" x="3295650" y="1500188"/>
          <p14:tracePt t="24354" x="3295650" y="1504950"/>
          <p14:tracePt t="24363" x="3295650" y="1519238"/>
          <p14:tracePt t="24364" x="0" y="0"/>
        </p14:tracePtLst>
        <p14:tracePtLst>
          <p14:tracePt t="24808" x="3414713" y="2166938"/>
          <p14:tracePt t="24810" x="3405188" y="2162175"/>
          <p14:tracePt t="24811" x="3400425" y="2162175"/>
          <p14:tracePt t="24815" x="3390900" y="2157413"/>
          <p14:tracePt t="24825" x="3367088" y="2157413"/>
          <p14:tracePt t="24832" x="3348038" y="2152650"/>
          <p14:tracePt t="24839" x="3328988" y="2147888"/>
          <p14:tracePt t="24847" x="3309938" y="2147888"/>
          <p14:tracePt t="24853" x="3300413" y="2147888"/>
          <p14:tracePt t="24860" x="3286125" y="2157413"/>
          <p14:tracePt t="24867" x="3271838" y="2166938"/>
          <p14:tracePt t="24874" x="3262313" y="2171700"/>
          <p14:tracePt t="24882" x="3248025" y="2190750"/>
          <p14:tracePt t="24882" x="3243263" y="2195513"/>
          <p14:tracePt t="24887" x="3233738" y="2209800"/>
          <p14:tracePt t="24895" x="3219450" y="2233613"/>
          <p14:tracePt t="24902" x="3205163" y="2262188"/>
          <p14:tracePt t="24909" x="3195638" y="2281238"/>
          <p14:tracePt t="24915" x="3181350" y="2319338"/>
          <p14:tracePt t="24923" x="3167063" y="2352675"/>
          <p14:tracePt t="24929" x="3167063" y="2362200"/>
          <p14:tracePt t="24937" x="3157538" y="2400300"/>
          <p14:tracePt t="24943" x="3157538" y="2424113"/>
          <p14:tracePt t="24950" x="3152775" y="2447925"/>
          <p14:tracePt t="24957" x="3152775" y="2457450"/>
          <p14:tracePt t="24958" x="3152775" y="2466975"/>
          <p14:tracePt t="24964" x="3152775" y="2476500"/>
          <p14:tracePt t="24971" x="3162300" y="2495550"/>
          <p14:tracePt t="24978" x="3167063" y="2509838"/>
          <p14:tracePt t="24986" x="3176588" y="2519363"/>
          <p14:tracePt t="24999" x="3190875" y="2528888"/>
          <p14:tracePt t="25006" x="3205163" y="2533650"/>
          <p14:tracePt t="25012" x="3214688" y="2538413"/>
          <p14:tracePt t="25020" x="3233738" y="2547938"/>
          <p14:tracePt t="25027" x="3257550" y="2547938"/>
          <p14:tracePt t="25034" x="3271838" y="2552700"/>
          <p14:tracePt t="25035" x="3281363" y="2552700"/>
          <p14:tracePt t="25040" x="3295650" y="2552700"/>
          <p14:tracePt t="25047" x="3324225" y="2552700"/>
          <p14:tracePt t="25054" x="3338513" y="2552700"/>
          <p14:tracePt t="25055" x="3352800" y="2552700"/>
          <p14:tracePt t="25062" x="3376613" y="2552700"/>
          <p14:tracePt t="25068" x="3390900" y="2552700"/>
          <p14:tracePt t="25076" x="3409950" y="2538413"/>
          <p14:tracePt t="25082" x="3429000" y="2528888"/>
          <p14:tracePt t="25089" x="3433763" y="2528888"/>
          <p14:tracePt t="25096" x="3443288" y="2519363"/>
          <p14:tracePt t="25103" x="3448050" y="2509838"/>
          <p14:tracePt t="25110" x="3457575" y="2495550"/>
          <p14:tracePt t="25117" x="3457575" y="2490788"/>
          <p14:tracePt t="25124" x="3457575" y="2471738"/>
          <p14:tracePt t="25132" x="3457575" y="2457450"/>
          <p14:tracePt t="25137" x="3457575" y="2447925"/>
          <p14:tracePt t="25144" x="3457575" y="2428875"/>
          <p14:tracePt t="25151" x="3457575" y="2419350"/>
          <p14:tracePt t="25162" x="3457575" y="2405063"/>
          <p14:tracePt t="25165" x="3452813" y="2400300"/>
          <p14:tracePt t="25172" x="3452813" y="2390775"/>
          <p14:tracePt t="25180" x="3452813" y="2386013"/>
          <p14:tracePt t="25186" x="3448050" y="2381250"/>
          <p14:tracePt t="25195" x="3443288" y="2376488"/>
          <p14:tracePt t="25201" x="3438525" y="2376488"/>
          <p14:tracePt t="25207" x="3438525" y="2371725"/>
          <p14:tracePt t="25214" x="3433763" y="2366963"/>
          <p14:tracePt t="25221" x="3433763" y="2362200"/>
          <p14:tracePt t="25227" x="3429000" y="2362200"/>
          <p14:tracePt t="25235" x="3429000" y="2357438"/>
          <p14:tracePt t="25247" x="3424238" y="2357438"/>
          <p14:tracePt t="25307" x="3424238" y="2362200"/>
          <p14:tracePt t="25311" x="3424238" y="2366963"/>
          <p14:tracePt t="25321" x="3419475" y="2371725"/>
          <p14:tracePt t="25322" x="3419475" y="2376488"/>
          <p14:tracePt t="25326" x="3414713" y="2381250"/>
          <p14:tracePt t="25332" x="3414713" y="2390775"/>
          <p14:tracePt t="25339" x="3414713" y="2395538"/>
          <p14:tracePt t="25345" x="3414713" y="2405063"/>
          <p14:tracePt t="25346" x="3414713" y="2414588"/>
          <p14:tracePt t="25353" x="3419475" y="2419350"/>
          <p14:tracePt t="25359" x="3429000" y="2428875"/>
          <p14:tracePt t="25360" x="0" y="0"/>
        </p14:tracePtLst>
        <p14:tracePtLst>
          <p14:tracePt t="25958" x="7210425" y="319088"/>
          <p14:tracePt t="26015" x="7210425" y="314325"/>
          <p14:tracePt t="26029" x="7205663" y="314325"/>
          <p14:tracePt t="26035" x="7196138" y="314325"/>
          <p14:tracePt t="26038" x="7191375" y="314325"/>
          <p14:tracePt t="26046" x="7186613" y="314325"/>
          <p14:tracePt t="26051" x="7181850" y="314325"/>
          <p14:tracePt t="26058" x="7181850" y="319088"/>
          <p14:tracePt t="26063" x="7177088" y="323850"/>
          <p14:tracePt t="26069" x="7177088" y="328613"/>
          <p14:tracePt t="26075" x="7177088" y="338138"/>
          <p14:tracePt t="26082" x="7172325" y="342900"/>
          <p14:tracePt t="26089" x="7167563" y="352425"/>
          <p14:tracePt t="26096" x="7167563" y="361950"/>
          <p14:tracePt t="26103" x="7167563" y="371475"/>
          <p14:tracePt t="26110" x="7167563" y="385763"/>
          <p14:tracePt t="26117" x="7167563" y="390525"/>
          <p14:tracePt t="26124" x="7167563" y="404813"/>
          <p14:tracePt t="26131" x="7167563" y="414338"/>
          <p14:tracePt t="26138" x="7172325" y="423863"/>
          <p14:tracePt t="26144" x="7172325" y="428625"/>
          <p14:tracePt t="26152" x="7181850" y="442913"/>
          <p14:tracePt t="26160" x="7191375" y="457200"/>
          <p14:tracePt t="26165" x="7200900" y="461963"/>
          <p14:tracePt t="26172" x="7219950" y="481013"/>
          <p14:tracePt t="26179" x="7243763" y="500063"/>
          <p14:tracePt t="26186" x="7262813" y="514350"/>
          <p14:tracePt t="26194" x="7281863" y="519113"/>
          <p14:tracePt t="26200" x="7296150" y="523875"/>
          <p14:tracePt t="26207" x="7310438" y="528638"/>
          <p14:tracePt t="26214" x="7319963" y="528638"/>
          <p14:tracePt t="26221" x="7348538" y="538163"/>
          <p14:tracePt t="26228" x="7377113" y="542925"/>
          <p14:tracePt t="26235" x="7415213" y="547688"/>
          <p14:tracePt t="26242" x="7462838" y="547688"/>
          <p14:tracePt t="26250" x="7510463" y="557213"/>
          <p14:tracePt t="26255" x="7534275" y="557213"/>
          <p14:tracePt t="26262" x="7581900" y="557213"/>
          <p14:tracePt t="26269" x="7605713" y="557213"/>
          <p14:tracePt t="26276" x="7643813" y="557213"/>
          <p14:tracePt t="26283" x="7672388" y="557213"/>
          <p14:tracePt t="26291" x="7700963" y="552450"/>
          <p14:tracePt t="26297" x="7715250" y="547688"/>
          <p14:tracePt t="26304" x="7743825" y="538163"/>
          <p14:tracePt t="26313" x="7772400" y="528638"/>
          <p14:tracePt t="26315" x="7781925" y="528638"/>
          <p14:tracePt t="26319" x="7791450" y="523875"/>
          <p14:tracePt t="26325" x="7796213" y="523875"/>
          <p14:tracePt t="26332" x="7800975" y="519113"/>
          <p14:tracePt t="26340" x="7800975" y="509588"/>
          <p14:tracePt t="26346" x="7800975" y="504825"/>
          <p14:tracePt t="26353" x="7800975" y="500063"/>
          <p14:tracePt t="26360" x="7800975" y="490538"/>
          <p14:tracePt t="26366" x="7800975" y="481013"/>
          <p14:tracePt t="26374" x="7800975" y="476250"/>
          <p14:tracePt t="26383" x="7800975" y="471488"/>
          <p14:tracePt t="26400" x="7800975" y="466725"/>
          <p14:tracePt t="26411" x="7796213" y="466725"/>
          <p14:tracePt t="26415" x="7796213" y="461963"/>
          <p14:tracePt t="26422" x="7791450" y="457200"/>
          <p14:tracePt t="26429" x="7786688" y="452438"/>
          <p14:tracePt t="26436" x="7781925" y="442913"/>
          <p14:tracePt t="26444" x="7767638" y="438150"/>
          <p14:tracePt t="26450" x="7739063" y="423863"/>
          <p14:tracePt t="26458" x="7734300" y="419100"/>
          <p14:tracePt t="26459" x="7724775" y="414338"/>
          <p14:tracePt t="26464" x="7715250" y="409575"/>
          <p14:tracePt t="26472" x="7700963" y="404813"/>
          <p14:tracePt t="26479" x="7686675" y="395288"/>
          <p14:tracePt t="26484" x="7677150" y="395288"/>
          <p14:tracePt t="26492" x="7662863" y="385763"/>
          <p14:tracePt t="26499" x="7653338" y="385763"/>
          <p14:tracePt t="26506" x="7643813" y="381000"/>
          <p14:tracePt t="26515" x="7639050" y="381000"/>
          <p14:tracePt t="26527" x="7634288" y="381000"/>
          <p14:tracePt t="26535" x="7634288" y="376238"/>
          <p14:tracePt t="26540" x="7629525" y="376238"/>
          <p14:tracePt t="26547" x="7624763" y="376238"/>
          <p14:tracePt t="26555" x="7615238" y="376238"/>
          <p14:tracePt t="26561" x="7610475" y="376238"/>
          <p14:tracePt t="26568" x="7600950" y="371475"/>
          <p14:tracePt t="26575" x="7596188" y="371475"/>
          <p14:tracePt t="26582" x="7591425" y="371475"/>
          <p14:tracePt t="26589" x="7586663" y="371475"/>
          <p14:tracePt t="26596" x="7581900" y="371475"/>
          <p14:tracePt t="26603" x="7577138" y="366713"/>
          <p14:tracePt t="26610" x="7572375" y="366713"/>
          <p14:tracePt t="26617" x="7558088" y="361950"/>
          <p14:tracePt t="26624" x="7548563" y="361950"/>
          <p14:tracePt t="26631" x="7539038" y="361950"/>
          <p14:tracePt t="26637" x="7529513" y="361950"/>
          <p14:tracePt t="26646" x="7515225" y="357188"/>
          <p14:tracePt t="26651" x="7500938" y="352425"/>
          <p14:tracePt t="26661" x="7491413" y="352425"/>
          <p14:tracePt t="26665" x="7481888" y="352425"/>
          <p14:tracePt t="26672" x="7477125" y="352425"/>
          <p14:tracePt t="26680" x="7467600" y="352425"/>
          <p14:tracePt t="26686" x="7458075" y="352425"/>
          <p14:tracePt t="26694" x="7448550" y="352425"/>
          <p14:tracePt t="26700" x="7443788" y="352425"/>
          <p14:tracePt t="26707" x="7434263" y="352425"/>
          <p14:tracePt t="26716" x="7424738" y="352425"/>
          <p14:tracePt t="26721" x="7419975" y="352425"/>
          <p14:tracePt t="26728" x="7410450" y="352425"/>
          <p14:tracePt t="26735" x="7405688" y="352425"/>
          <p14:tracePt t="26743" x="7396163" y="352425"/>
          <p14:tracePt t="26749" x="7391400" y="352425"/>
          <p14:tracePt t="26755" x="7381875" y="352425"/>
          <p14:tracePt t="26763" x="7367588" y="352425"/>
          <p14:tracePt t="26770" x="7362825" y="352425"/>
          <p14:tracePt t="26776" x="7358063" y="352425"/>
          <p14:tracePt t="26783" x="7348538" y="357188"/>
          <p14:tracePt t="26791" x="7343775" y="357188"/>
          <p14:tracePt t="26876" x="7343775" y="361950"/>
          <p14:tracePt t="26885" x="0" y="0"/>
        </p14:tracePtLst>
        <p14:tracePtLst>
          <p14:tracePt t="27546" x="5567363" y="276225"/>
          <p14:tracePt t="27549" x="5562600" y="276225"/>
          <p14:tracePt t="27550" x="5557838" y="276225"/>
          <p14:tracePt t="27554" x="5548313" y="276225"/>
          <p14:tracePt t="27563" x="5534025" y="276225"/>
          <p14:tracePt t="27568" x="5524500" y="271463"/>
          <p14:tracePt t="27575" x="5505450" y="271463"/>
          <p14:tracePt t="27582" x="5476875" y="266700"/>
          <p14:tracePt t="27589" x="5462588" y="266700"/>
          <p14:tracePt t="27596" x="5424488" y="257175"/>
          <p14:tracePt t="27602" x="5386388" y="252413"/>
          <p14:tracePt t="27610" x="5367338" y="252413"/>
          <p14:tracePt t="27610" x="5353050" y="252413"/>
          <p14:tracePt t="27617" x="5329238" y="252413"/>
          <p14:tracePt t="27624" x="5295900" y="252413"/>
          <p14:tracePt t="27631" x="5257800" y="252413"/>
          <p14:tracePt t="27637" x="5238750" y="252413"/>
          <p14:tracePt t="27644" x="5210175" y="252413"/>
          <p14:tracePt t="27652" x="5176838" y="252413"/>
          <p14:tracePt t="27661" x="5157788" y="252413"/>
          <p14:tracePt t="27666" x="5138738" y="257175"/>
          <p14:tracePt t="27673" x="5133975" y="257175"/>
          <p14:tracePt t="27679" x="5129213" y="261938"/>
          <p14:tracePt t="27686" x="5124450" y="266700"/>
          <p14:tracePt t="27693" x="5119688" y="271463"/>
          <p14:tracePt t="27700" x="5119688" y="276225"/>
          <p14:tracePt t="27707" x="5114925" y="280988"/>
          <p14:tracePt t="27715" x="5110163" y="290513"/>
          <p14:tracePt t="27721" x="5110163" y="295275"/>
          <p14:tracePt t="27728" x="5110163" y="304800"/>
          <p14:tracePt t="27735" x="5110163" y="314325"/>
          <p14:tracePt t="27742" x="5110163" y="323850"/>
          <p14:tracePt t="27749" x="5110163" y="328613"/>
          <p14:tracePt t="27755" x="5110163" y="338138"/>
          <p14:tracePt t="27764" x="5110163" y="347663"/>
          <p14:tracePt t="27771" x="5110163" y="361950"/>
          <p14:tracePt t="27776" x="5110163" y="366713"/>
          <p14:tracePt t="27783" x="5114925" y="381000"/>
          <p14:tracePt t="27792" x="5114925" y="395288"/>
          <p14:tracePt t="27797" x="5114925" y="400050"/>
          <p14:tracePt t="27804" x="5119688" y="409575"/>
          <p14:tracePt t="27811" x="5124450" y="423863"/>
          <p14:tracePt t="27818" x="5124450" y="433388"/>
          <p14:tracePt t="27826" x="5124450" y="447675"/>
          <p14:tracePt t="27832" x="5129213" y="457200"/>
          <p14:tracePt t="27839" x="5133975" y="466725"/>
          <p14:tracePt t="27846" x="5138738" y="471488"/>
          <p14:tracePt t="27853" x="5138738" y="476250"/>
          <p14:tracePt t="27861" x="5143500" y="481013"/>
          <p14:tracePt t="27867" x="5143500" y="490538"/>
          <p14:tracePt t="27881" x="5157788" y="495300"/>
          <p14:tracePt t="27888" x="5162550" y="504825"/>
          <p14:tracePt t="27894" x="5167313" y="509588"/>
          <p14:tracePt t="27902" x="5172075" y="514350"/>
          <p14:tracePt t="27909" x="5176838" y="514350"/>
          <p14:tracePt t="27915" x="5181600" y="519113"/>
          <p14:tracePt t="27922" x="5186363" y="523875"/>
          <p14:tracePt t="27930" x="5195888" y="528638"/>
          <p14:tracePt t="27943" x="5205413" y="528638"/>
          <p14:tracePt t="27950" x="5214938" y="533400"/>
          <p14:tracePt t="27958" x="5219700" y="538163"/>
          <p14:tracePt t="27965" x="5224463" y="538163"/>
          <p14:tracePt t="27971" x="5233988" y="538163"/>
          <p14:tracePt t="27978" x="5238750" y="542925"/>
          <p14:tracePt t="27985" x="5243513" y="542925"/>
          <p14:tracePt t="27992" x="5248275" y="542925"/>
          <p14:tracePt t="27999" x="5257800" y="547688"/>
          <p14:tracePt t="28006" x="5267325" y="547688"/>
          <p14:tracePt t="28012" x="5276850" y="552450"/>
          <p14:tracePt t="28019" x="5286375" y="552450"/>
          <p14:tracePt t="28028" x="5305425" y="557213"/>
          <p14:tracePt t="28034" x="5319713" y="561975"/>
          <p14:tracePt t="28040" x="5329238" y="561975"/>
          <p14:tracePt t="28047" x="5343525" y="561975"/>
          <p14:tracePt t="28054" x="5362575" y="561975"/>
          <p14:tracePt t="28061" x="5372100" y="561975"/>
          <p14:tracePt t="28069" x="5386388" y="561975"/>
          <p14:tracePt t="28070" x="5391150" y="561975"/>
          <p14:tracePt t="28075" x="5400675" y="561975"/>
          <p14:tracePt t="28082" x="5410200" y="561975"/>
          <p14:tracePt t="28089" x="5414963" y="561975"/>
          <p14:tracePt t="28096" x="5424488" y="561975"/>
          <p14:tracePt t="28103" x="5429250" y="561975"/>
          <p14:tracePt t="28109" x="5434013" y="561975"/>
          <p14:tracePt t="28111" x="5434013" y="557213"/>
          <p14:tracePt t="28117" x="5438775" y="552450"/>
          <p14:tracePt t="28126" x="5443538" y="547688"/>
          <p14:tracePt t="28134" x="5448300" y="547688"/>
          <p14:tracePt t="28139" x="5448300" y="542925"/>
          <p14:tracePt t="28145" x="5453063" y="542925"/>
          <p14:tracePt t="28152" x="5457825" y="533400"/>
          <p14:tracePt t="28160" x="5462588" y="528638"/>
          <p14:tracePt t="28165" x="5467350" y="528638"/>
          <p14:tracePt t="28172" x="5476875" y="519113"/>
          <p14:tracePt t="28179" x="5486400" y="514350"/>
          <p14:tracePt t="28186" x="5491163" y="504825"/>
          <p14:tracePt t="28193" x="5495925" y="504825"/>
          <p14:tracePt t="28200" x="5495925" y="495300"/>
          <p14:tracePt t="28207" x="5500688" y="490538"/>
          <p14:tracePt t="28213" x="5500688" y="485775"/>
          <p14:tracePt t="28214" x="5500688" y="481013"/>
          <p14:tracePt t="28222" x="5500688" y="476250"/>
          <p14:tracePt t="28230" x="5500688" y="471488"/>
          <p14:tracePt t="28238" x="5500688" y="466725"/>
          <p14:tracePt t="28242" x="5500688" y="461963"/>
          <p14:tracePt t="28250" x="5500688" y="457200"/>
          <p14:tracePt t="28256" x="5500688" y="452438"/>
          <p14:tracePt t="28267" x="5500688" y="447675"/>
          <p14:tracePt t="28276" x="5500688" y="442913"/>
          <p14:tracePt t="28283" x="5500688" y="438150"/>
          <p14:tracePt t="28292" x="5495925" y="433388"/>
          <p14:tracePt t="28298" x="5491163" y="433388"/>
          <p14:tracePt t="28305" x="5491163" y="428625"/>
          <p14:tracePt t="28311" x="5481638" y="423863"/>
          <p14:tracePt t="28318" x="5476875" y="419100"/>
          <p14:tracePt t="28325" x="5472113" y="414338"/>
          <p14:tracePt t="28326" x="5462588" y="409575"/>
          <p14:tracePt t="28332" x="5462588" y="404813"/>
          <p14:tracePt t="28339" x="5453063" y="400050"/>
          <p14:tracePt t="28346" x="5448300" y="395288"/>
          <p14:tracePt t="28354" x="5438775" y="395288"/>
          <p14:tracePt t="28360" x="5434013" y="390525"/>
          <p14:tracePt t="28366" x="5424488" y="385763"/>
          <p14:tracePt t="28375" x="5419725" y="381000"/>
          <p14:tracePt t="28380" x="5410200" y="381000"/>
          <p14:tracePt t="28388" x="5400675" y="371475"/>
          <p14:tracePt t="28395" x="5386388" y="366713"/>
          <p14:tracePt t="28402" x="5372100" y="366713"/>
          <p14:tracePt t="28408" x="5362575" y="361950"/>
          <p14:tracePt t="28415" x="5348288" y="357188"/>
          <p14:tracePt t="28423" x="5329238" y="357188"/>
          <p14:tracePt t="28429" x="5314950" y="357188"/>
          <p14:tracePt t="28436" x="5305425" y="357188"/>
          <p14:tracePt t="28444" x="5286375" y="352425"/>
          <p14:tracePt t="28450" x="5276850" y="352425"/>
          <p14:tracePt t="28457" x="5272088" y="352425"/>
          <p14:tracePt t="28459" x="5267325" y="352425"/>
          <p14:tracePt t="28464" x="5262563" y="352425"/>
          <p14:tracePt t="28471" x="5257800" y="352425"/>
          <p14:tracePt t="28477" x="5253038" y="352425"/>
          <p14:tracePt t="28546" x="5248275" y="352425"/>
          <p14:tracePt t="28548" x="0" y="0"/>
        </p14:tracePtLst>
        <p14:tracePtLst>
          <p14:tracePt t="30766" x="1933575" y="4852988"/>
          <p14:tracePt t="30767" x="1928813" y="4848225"/>
          <p14:tracePt t="30771" x="1919288" y="4843463"/>
          <p14:tracePt t="30776" x="1919288" y="4838700"/>
          <p14:tracePt t="30784" x="1909763" y="4833938"/>
          <p14:tracePt t="30791" x="1905000" y="4829175"/>
          <p14:tracePt t="30798" x="1900238" y="4829175"/>
          <p14:tracePt t="30804" x="1895475" y="4824413"/>
          <p14:tracePt t="30811" x="1885950" y="4819650"/>
          <p14:tracePt t="30819" x="1871663" y="4819650"/>
          <p14:tracePt t="30825" x="1866900" y="4819650"/>
          <p14:tracePt t="30832" x="1852613" y="4814888"/>
          <p14:tracePt t="30839" x="1838325" y="4814888"/>
          <p14:tracePt t="30846" x="1833563" y="4814888"/>
          <p14:tracePt t="30853" x="1828800" y="4814888"/>
          <p14:tracePt t="30860" x="1819275" y="4814888"/>
          <p14:tracePt t="30867" x="1814513" y="4819650"/>
          <p14:tracePt t="30874" x="1800225" y="4829175"/>
          <p14:tracePt t="30881" x="1795463" y="4833938"/>
          <p14:tracePt t="30883" x="1790700" y="4838700"/>
          <p14:tracePt t="30888" x="1781175" y="4848225"/>
          <p14:tracePt t="30895" x="1766888" y="4867275"/>
          <p14:tracePt t="30901" x="1757363" y="4886325"/>
          <p14:tracePt t="30902" x="1752600" y="4900613"/>
          <p14:tracePt t="30908" x="1743075" y="4919663"/>
          <p14:tracePt t="30915" x="1738313" y="4957763"/>
          <p14:tracePt t="30923" x="1728788" y="5005388"/>
          <p14:tracePt t="30930" x="1728788" y="5019675"/>
          <p14:tracePt t="30930" x="1728788" y="5038725"/>
          <p14:tracePt t="30936" x="1728788" y="5053013"/>
          <p14:tracePt t="30943" x="1728788" y="5081588"/>
          <p14:tracePt t="30950" x="1728788" y="5086350"/>
          <p14:tracePt t="30951" x="1728788" y="5100638"/>
          <p14:tracePt t="30957" x="1728788" y="5110163"/>
          <p14:tracePt t="30964" x="1733550" y="5133975"/>
          <p14:tracePt t="30971" x="1743075" y="5148263"/>
          <p14:tracePt t="30978" x="1747838" y="5157788"/>
          <p14:tracePt t="30985" x="1762125" y="5172075"/>
          <p14:tracePt t="30992" x="1771650" y="5181600"/>
          <p14:tracePt t="30999" x="1785938" y="5186363"/>
          <p14:tracePt t="31006" x="1804988" y="5191125"/>
          <p14:tracePt t="31013" x="1814513" y="5191125"/>
          <p14:tracePt t="31020" x="1838325" y="5191125"/>
          <p14:tracePt t="31026" x="1862138" y="5191125"/>
          <p14:tracePt t="31034" x="1890713" y="5191125"/>
          <p14:tracePt t="31041" x="1905000" y="5191125"/>
          <p14:tracePt t="31042" x="1919288" y="5191125"/>
          <p14:tracePt t="31047" x="1933575" y="5191125"/>
          <p14:tracePt t="31054" x="1957388" y="5191125"/>
          <p14:tracePt t="31061" x="1966913" y="5191125"/>
          <p14:tracePt t="31069" x="1990725" y="5186363"/>
          <p14:tracePt t="31070" x="2000250" y="5181600"/>
          <p14:tracePt t="31075" x="2009775" y="5181600"/>
          <p14:tracePt t="31082" x="2019300" y="5176838"/>
          <p14:tracePt t="31082" x="2024063" y="5172075"/>
          <p14:tracePt t="31090" x="2033588" y="5167313"/>
          <p14:tracePt t="31096" x="2038350" y="5162550"/>
          <p14:tracePt t="31102" x="2043113" y="5157788"/>
          <p14:tracePt t="31109" x="2047875" y="5153025"/>
          <p14:tracePt t="31113" x="2047875" y="5148263"/>
          <p14:tracePt t="31114" x="2052638" y="5148263"/>
          <p14:tracePt t="31118" x="2057400" y="5143500"/>
          <p14:tracePt t="31123" x="2057400" y="5138738"/>
          <p14:tracePt t="31130" x="2066925" y="5124450"/>
          <p14:tracePt t="31138" x="2071688" y="5119688"/>
          <p14:tracePt t="31146" x="2081213" y="5105400"/>
          <p14:tracePt t="31147" x="2085975" y="5100638"/>
          <p14:tracePt t="31151" x="2085975" y="5091113"/>
          <p14:tracePt t="31159" x="2090738" y="5086350"/>
          <p14:tracePt t="31165" x="2095500" y="5076825"/>
          <p14:tracePt t="31172" x="2095500" y="5062538"/>
          <p14:tracePt t="31180" x="2095500" y="5048250"/>
          <p14:tracePt t="31186" x="2095500" y="5038725"/>
          <p14:tracePt t="31193" x="2095500" y="5029200"/>
          <p14:tracePt t="31200" x="2095500" y="5014913"/>
          <p14:tracePt t="31207" x="2095500" y="5000625"/>
          <p14:tracePt t="31214" x="2095500" y="4995863"/>
          <p14:tracePt t="31215" x="2095500" y="4991100"/>
          <p14:tracePt t="31222" x="2095500" y="4986338"/>
          <p14:tracePt t="31222" x="2095500" y="4981575"/>
          <p14:tracePt t="31228" x="2090738" y="4976813"/>
          <p14:tracePt t="31235" x="2085975" y="4967288"/>
          <p14:tracePt t="31242" x="2081213" y="4953000"/>
          <p14:tracePt t="31249" x="2076450" y="4948238"/>
          <p14:tracePt t="31250" x="2071688" y="4938713"/>
          <p14:tracePt t="31256" x="2057400" y="4933950"/>
          <p14:tracePt t="31263" x="2047875" y="4919663"/>
          <p14:tracePt t="31269" x="2038350" y="4914900"/>
          <p14:tracePt t="31277" x="2024063" y="4900613"/>
          <p14:tracePt t="31279" x="2009775" y="4891088"/>
          <p14:tracePt t="31292" x="1985963" y="4876800"/>
          <p14:tracePt t="31297" x="1981200" y="4876800"/>
          <p14:tracePt t="31304" x="1971675" y="4872038"/>
          <p14:tracePt t="31313" x="1962150" y="4867275"/>
          <p14:tracePt t="31319" x="1947863" y="4867275"/>
          <p14:tracePt t="31325" x="1943100" y="4867275"/>
          <p14:tracePt t="31332" x="1928813" y="4867275"/>
          <p14:tracePt t="31340" x="1914525" y="4867275"/>
          <p14:tracePt t="31346" x="1900238" y="4867275"/>
          <p14:tracePt t="31354" x="1881188" y="4872038"/>
          <p14:tracePt t="31360" x="1866900" y="4876800"/>
          <p14:tracePt t="31366" x="1847850" y="4886325"/>
          <p14:tracePt t="31376" x="1828800" y="4895850"/>
          <p14:tracePt t="31381" x="1824038" y="4900613"/>
          <p14:tracePt t="31387" x="1804988" y="4910138"/>
          <p14:tracePt t="31394" x="1790700" y="4924425"/>
          <p14:tracePt t="31401" x="1776413" y="4929188"/>
          <p14:tracePt t="31402" x="1771650" y="4938713"/>
          <p14:tracePt t="31408" x="1762125" y="4953000"/>
          <p14:tracePt t="31415" x="1743075" y="4972050"/>
          <p14:tracePt t="31423" x="1728788" y="4995863"/>
          <p14:tracePt t="31429" x="1719263" y="5005388"/>
          <p14:tracePt t="31437" x="1709738" y="5024438"/>
          <p14:tracePt t="31438" x="1704975" y="5043488"/>
          <p14:tracePt t="31443" x="1704975" y="5053013"/>
          <p14:tracePt t="31450" x="1700213" y="5067300"/>
          <p14:tracePt t="31457" x="1700213" y="5081588"/>
          <p14:tracePt t="31465" x="1700213" y="5105400"/>
          <p14:tracePt t="31472" x="1700213" y="5124450"/>
          <p14:tracePt t="31477" x="1700213" y="5129213"/>
          <p14:tracePt t="31480" x="1704975" y="5138738"/>
          <p14:tracePt t="31485" x="1714500" y="5148263"/>
          <p14:tracePt t="31491" x="1724025" y="5162550"/>
          <p14:tracePt t="31499" x="1738313" y="5176838"/>
          <p14:tracePt t="31506" x="1747838" y="5186363"/>
          <p14:tracePt t="31513" x="1762125" y="5200650"/>
          <p14:tracePt t="31520" x="1776413" y="5214938"/>
          <p14:tracePt t="31526" x="1800225" y="5229225"/>
          <p14:tracePt t="31530" x="1809750" y="5229225"/>
          <p14:tracePt t="31540" x="1828800" y="5238750"/>
          <p14:tracePt t="31547" x="1857375" y="5243513"/>
          <p14:tracePt t="31555" x="1885950" y="5243513"/>
          <p14:tracePt t="31561" x="1905000" y="5243513"/>
          <p14:tracePt t="31568" x="1933575" y="5243513"/>
          <p14:tracePt t="31575" x="1962150" y="5243513"/>
          <p14:tracePt t="31582" x="1990725" y="5229225"/>
          <p14:tracePt t="31589" x="2000250" y="5229225"/>
          <p14:tracePt t="31596" x="2019300" y="5210175"/>
          <p14:tracePt t="31603" x="2047875" y="5191125"/>
          <p14:tracePt t="31609" x="2052638" y="5186363"/>
          <p14:tracePt t="31611" x="2062163" y="5172075"/>
          <p14:tracePt t="31617" x="2071688" y="5167313"/>
          <p14:tracePt t="31625" x="2081213" y="5143500"/>
          <p14:tracePt t="31631" x="2095500" y="5124450"/>
          <p14:tracePt t="31637" x="2095500" y="5119688"/>
          <p14:tracePt t="31638" x="2095500" y="5105400"/>
          <p14:tracePt t="31644" x="2095500" y="5095875"/>
          <p14:tracePt t="31651" x="2095500" y="5081588"/>
          <p14:tracePt t="31660" x="2095500" y="5062538"/>
          <p14:tracePt t="31666" x="2090738" y="5053013"/>
          <p14:tracePt t="31673" x="2090738" y="5048250"/>
          <p14:tracePt t="31679" x="2076450" y="5033963"/>
          <p14:tracePt t="31687" x="2066925" y="5019675"/>
          <p14:tracePt t="31693" x="2057400" y="5010150"/>
          <p14:tracePt t="31700" x="2043113" y="5000625"/>
          <p14:tracePt t="31707" x="2033588" y="4986338"/>
          <p14:tracePt t="31714" x="2019300" y="4976813"/>
          <p14:tracePt t="31721" x="2009775" y="4972050"/>
          <p14:tracePt t="31727" x="2000250" y="4962525"/>
          <p14:tracePt t="31735" x="1990725" y="4957763"/>
          <p14:tracePt t="31742" x="1985963" y="4957763"/>
          <p14:tracePt t="31750" x="1981200" y="4957763"/>
          <p14:tracePt t="31755" x="1976438" y="4957763"/>
          <p14:tracePt t="31763" x="1971675" y="4957763"/>
          <p14:tracePt t="31770" x="1966913" y="4957763"/>
          <p14:tracePt t="31776" x="1962150" y="4957763"/>
          <p14:tracePt t="31783" x="1957388" y="4957763"/>
          <p14:tracePt t="31792" x="1943100" y="4957763"/>
          <p14:tracePt t="31799" x="1933575" y="4962525"/>
          <p14:tracePt t="31804" x="1924050" y="4962525"/>
          <p14:tracePt t="31811" x="1914525" y="4967288"/>
          <p14:tracePt t="31818" x="1909763" y="4967288"/>
          <p14:tracePt t="31827" x="1900238" y="4972050"/>
          <p14:tracePt t="31833" x="1895475" y="4976813"/>
          <p14:tracePt t="31839" x="1890713" y="4976813"/>
          <p14:tracePt t="31847" x="0" y="0"/>
        </p14:tracePtLst>
        <p14:tracePtLst>
          <p14:tracePt t="40050" x="1123950" y="4090988"/>
          <p14:tracePt t="40051" x="1123950" y="4086225"/>
          <p14:tracePt t="40079" x="1119188" y="4081463"/>
          <p14:tracePt t="40083" x="1109663" y="4081463"/>
          <p14:tracePt t="40091" x="1100138" y="4071938"/>
          <p14:tracePt t="40096" x="1090613" y="4071938"/>
          <p14:tracePt t="40102" x="1066800" y="4062413"/>
          <p14:tracePt t="40110" x="1038225" y="4057650"/>
          <p14:tracePt t="40117" x="1023938" y="4052888"/>
          <p14:tracePt t="40119" x="1009650" y="4048125"/>
          <p14:tracePt t="40125" x="981075" y="4043363"/>
          <p14:tracePt t="40131" x="942975" y="4038600"/>
          <p14:tracePt t="40137" x="914400" y="4033838"/>
          <p14:tracePt t="40138" x="900113" y="4029075"/>
          <p14:tracePt t="40145" x="881063" y="4029075"/>
          <p14:tracePt t="40152" x="833438" y="4024313"/>
          <p14:tracePt t="40158" x="790575" y="4019550"/>
          <p14:tracePt t="40166" x="766763" y="4019550"/>
          <p14:tracePt t="40172" x="714375" y="4010025"/>
          <p14:tracePt t="40179" x="666750" y="4005263"/>
          <p14:tracePt t="40187" x="609600" y="4000500"/>
          <p14:tracePt t="40194" x="557213" y="4000500"/>
          <p14:tracePt t="40200" x="538163" y="4000500"/>
          <p14:tracePt t="40207" x="495300" y="4000500"/>
          <p14:tracePt t="40214" x="461963" y="4000500"/>
          <p14:tracePt t="40221" x="438150" y="4000500"/>
          <p14:tracePt t="40228" x="404813" y="4005263"/>
          <p14:tracePt t="40235" x="366713" y="4010025"/>
          <p14:tracePt t="40241" x="352425" y="4014788"/>
          <p14:tracePt t="40243" x="338138" y="4024313"/>
          <p14:tracePt t="40249" x="328613" y="4029075"/>
          <p14:tracePt t="40256" x="295275" y="4038600"/>
          <p14:tracePt t="40263" x="271463" y="4048125"/>
          <p14:tracePt t="40270" x="252413" y="4062413"/>
          <p14:tracePt t="40277" x="233363" y="4071938"/>
          <p14:tracePt t="40283" x="209550" y="4086225"/>
          <p14:tracePt t="40291" x="190500" y="4095750"/>
          <p14:tracePt t="40297" x="180975" y="4100513"/>
          <p14:tracePt t="40304" x="161925" y="4119563"/>
          <p14:tracePt t="40311" x="142875" y="4133850"/>
          <p14:tracePt t="40319" x="123825" y="4157663"/>
          <p14:tracePt t="40325" x="119063" y="4167188"/>
          <p14:tracePt t="40326" x="114300" y="4176713"/>
          <p14:tracePt t="40332" x="104775" y="4186238"/>
          <p14:tracePt t="40339" x="100013" y="4210050"/>
          <p14:tracePt t="40346" x="95250" y="4229100"/>
          <p14:tracePt t="40353" x="95250" y="4238625"/>
          <p14:tracePt t="40360" x="95250" y="4262438"/>
          <p14:tracePt t="40368" x="95250" y="4281488"/>
          <p14:tracePt t="40374" x="100013" y="4291013"/>
          <p14:tracePt t="40381" x="104775" y="4310063"/>
          <p14:tracePt t="40383" x="109538" y="4314825"/>
          <p14:tracePt t="40389" x="114300" y="4324350"/>
          <p14:tracePt t="40396" x="119063" y="4333875"/>
          <p14:tracePt t="40402" x="119063" y="4338638"/>
          <p14:tracePt t="40410" x="133350" y="4357688"/>
          <p14:tracePt t="40416" x="138113" y="4362450"/>
          <p14:tracePt t="40423" x="147638" y="4371975"/>
          <p14:tracePt t="40430" x="152400" y="4376738"/>
          <p14:tracePt t="40436" x="176213" y="4391025"/>
          <p14:tracePt t="40443" x="200025" y="4405313"/>
          <p14:tracePt t="40450" x="223838" y="4414838"/>
          <p14:tracePt t="40457" x="242888" y="4429125"/>
          <p14:tracePt t="40465" x="280988" y="4443413"/>
          <p14:tracePt t="40466" x="309563" y="4457700"/>
          <p14:tracePt t="40471" x="333375" y="4467225"/>
          <p14:tracePt t="40478" x="385763" y="4491038"/>
          <p14:tracePt t="40485" x="414338" y="4500563"/>
          <p14:tracePt t="40492" x="466725" y="4524375"/>
          <p14:tracePt t="40498" x="533400" y="4543425"/>
          <p14:tracePt t="40506" x="600075" y="4557713"/>
          <p14:tracePt t="40513" x="628650" y="4557713"/>
          <p14:tracePt t="40521" x="681038" y="4567238"/>
          <p14:tracePt t="40527" x="738188" y="4572000"/>
          <p14:tracePt t="40534" x="766763" y="4576763"/>
          <p14:tracePt t="40540" x="819150" y="4576763"/>
          <p14:tracePt t="40547" x="862013" y="4576763"/>
          <p14:tracePt t="40556" x="904875" y="4576763"/>
          <p14:tracePt t="40561" x="928688" y="4576763"/>
          <p14:tracePt t="40568" x="966788" y="4576763"/>
          <p14:tracePt t="40575" x="1000125" y="4576763"/>
          <p14:tracePt t="40582" x="1047750" y="4572000"/>
          <p14:tracePt t="40589" x="1071563" y="4567238"/>
          <p14:tracePt t="40591" x="1090613" y="4562475"/>
          <p14:tracePt t="40596" x="1119188" y="4557713"/>
          <p14:tracePt t="40602" x="1166813" y="4548188"/>
          <p14:tracePt t="40610" x="1200150" y="4533900"/>
          <p14:tracePt t="40617" x="1247775" y="4519613"/>
          <p14:tracePt t="40625" x="1295400" y="4505325"/>
          <p14:tracePt t="40630" x="1357313" y="4486275"/>
          <p14:tracePt t="40637" x="1385888" y="4476750"/>
          <p14:tracePt t="40638" x="1414463" y="4462463"/>
          <p14:tracePt t="40645" x="1433513" y="4452938"/>
          <p14:tracePt t="40652" x="1476375" y="4438650"/>
          <p14:tracePt t="40658" x="1519238" y="4424363"/>
          <p14:tracePt t="40665" x="1528763" y="4419600"/>
          <p14:tracePt t="40672" x="1557338" y="4405313"/>
          <p14:tracePt t="40679" x="1576388" y="4391025"/>
          <p14:tracePt t="40686" x="1595438" y="4376738"/>
          <p14:tracePt t="40693" x="1600200" y="4371975"/>
          <p14:tracePt t="40700" x="1614488" y="4357688"/>
          <p14:tracePt t="40707" x="1624013" y="4338638"/>
          <p14:tracePt t="40714" x="1628775" y="4333875"/>
          <p14:tracePt t="40715" x="1638300" y="4319588"/>
          <p14:tracePt t="40721" x="1638300" y="4314825"/>
          <p14:tracePt t="40727" x="1647825" y="4300538"/>
          <p14:tracePt t="40735" x="1652588" y="4286250"/>
          <p14:tracePt t="40742" x="1657350" y="4271963"/>
          <p14:tracePt t="40749" x="1657350" y="4262438"/>
          <p14:tracePt t="40757" x="1657350" y="4252913"/>
          <p14:tracePt t="40763" x="1657350" y="4233863"/>
          <p14:tracePt t="40771" x="1657350" y="4219575"/>
          <p14:tracePt t="40776" x="1657350" y="4210050"/>
          <p14:tracePt t="40783" x="1647825" y="4195763"/>
          <p14:tracePt t="40791" x="1638300" y="4176713"/>
          <p14:tracePt t="40798" x="1619250" y="4157663"/>
          <p14:tracePt t="40804" x="1614488" y="4148138"/>
          <p14:tracePt t="40811" x="1600200" y="4133850"/>
          <p14:tracePt t="40819" x="1581150" y="4119563"/>
          <p14:tracePt t="40825" x="1576388" y="4110038"/>
          <p14:tracePt t="40833" x="1557338" y="4100513"/>
          <p14:tracePt t="40834" x="1547813" y="4090988"/>
          <p14:tracePt t="40839" x="1528763" y="4081463"/>
          <p14:tracePt t="40846" x="1509713" y="4071938"/>
          <p14:tracePt t="40853" x="1500188" y="4062413"/>
          <p14:tracePt t="40861" x="1471613" y="4048125"/>
          <p14:tracePt t="40868" x="1452563" y="4043363"/>
          <p14:tracePt t="40874" x="1423988" y="4029075"/>
          <p14:tracePt t="40880" x="1419225" y="4029075"/>
          <p14:tracePt t="40887" x="1395413" y="4019550"/>
          <p14:tracePt t="40895" x="1371600" y="4014788"/>
          <p14:tracePt t="40901" x="1362075" y="4014788"/>
          <p14:tracePt t="40908" x="1343025" y="4010025"/>
          <p14:tracePt t="40915" x="1328738" y="4010025"/>
          <p14:tracePt t="40925" x="1309688" y="4005263"/>
          <p14:tracePt t="40931" x="1290638" y="4000500"/>
          <p14:tracePt t="40936" x="1281113" y="4000500"/>
          <p14:tracePt t="40943" x="1271588" y="4000500"/>
          <p14:tracePt t="40950" x="1252538" y="4000500"/>
          <p14:tracePt t="40957" x="1243013" y="4000500"/>
          <p14:tracePt t="40958" x="1238250" y="4000500"/>
          <p14:tracePt t="40964" x="1228725" y="4000500"/>
          <p14:tracePt t="40971" x="1209675" y="4000500"/>
          <p14:tracePt t="40978" x="1190625" y="4000500"/>
          <p14:tracePt t="40985" x="1185863" y="4000500"/>
          <p14:tracePt t="40993" x="1166813" y="4000500"/>
          <p14:tracePt t="40996" x="1152525" y="4000500"/>
          <p14:tracePt t="41000" x="1143000" y="4000500"/>
          <p14:tracePt t="41005" x="1133475" y="4000500"/>
          <p14:tracePt t="41012" x="1109663" y="4005263"/>
          <p14:tracePt t="41020" x="1085850" y="4010025"/>
          <p14:tracePt t="41026" x="1057275" y="4019550"/>
          <p14:tracePt t="41034" x="1042988" y="4024313"/>
          <p14:tracePt t="41040" x="1014413" y="4029075"/>
          <p14:tracePt t="41047" x="995363" y="4033838"/>
          <p14:tracePt t="41055" x="971550" y="4038600"/>
          <p14:tracePt t="41061" x="957263" y="4038600"/>
          <p14:tracePt t="41068" x="933450" y="4043363"/>
          <p14:tracePt t="41075" x="909638" y="4048125"/>
          <p14:tracePt t="41082" x="890588" y="4052888"/>
          <p14:tracePt t="41083" x="881063" y="4052888"/>
          <p14:tracePt t="41090" x="857250" y="4057650"/>
          <p14:tracePt t="41096" x="842963" y="4062413"/>
          <p14:tracePt t="41102" x="819150" y="4067175"/>
          <p14:tracePt t="41110" x="804863" y="4067175"/>
          <p14:tracePt t="41117" x="781050" y="4071938"/>
          <p14:tracePt t="41118" x="766763" y="4076700"/>
          <p14:tracePt t="41124" x="752475" y="4081463"/>
          <p14:tracePt t="41130" x="723900" y="4086225"/>
          <p14:tracePt t="41139" x="700088" y="4090988"/>
          <p14:tracePt t="41145" x="685800" y="4095750"/>
          <p14:tracePt t="41152" x="657225" y="4100513"/>
          <p14:tracePt t="41158" x="623888" y="4114800"/>
          <p14:tracePt t="41165" x="614363" y="4114800"/>
          <p14:tracePt t="41166" x="595313" y="4119563"/>
          <p14:tracePt t="41172" x="581025" y="4124325"/>
          <p14:tracePt t="41179" x="557213" y="4133850"/>
          <p14:tracePt t="41188" x="528638" y="4143375"/>
          <p14:tracePt t="41195" x="504825" y="4152900"/>
          <p14:tracePt t="41200" x="495300" y="4162425"/>
          <p14:tracePt t="41207" x="471488" y="4167188"/>
          <p14:tracePt t="41214" x="457200" y="4176713"/>
          <p14:tracePt t="41221" x="442913" y="4181475"/>
          <p14:tracePt t="41222" x="438150" y="4186238"/>
          <p14:tracePt t="41228" x="428625" y="4186238"/>
          <p14:tracePt t="41235" x="414338" y="4200525"/>
          <p14:tracePt t="41241" x="409575" y="4200525"/>
          <p14:tracePt t="41243" x="400050" y="4205288"/>
          <p14:tracePt t="41249" x="395288" y="4210050"/>
          <p14:tracePt t="41255" x="390525" y="4219575"/>
          <p14:tracePt t="41263" x="385763" y="4224338"/>
          <p14:tracePt t="41271" x="376238" y="4229100"/>
          <p14:tracePt t="41277" x="376238" y="4233863"/>
          <p14:tracePt t="41283" x="376238" y="4238625"/>
          <p14:tracePt t="41293" x="376238" y="4243388"/>
          <p14:tracePt t="41297" x="376238" y="4248150"/>
          <p14:tracePt t="41305" x="376238" y="4257675"/>
          <p14:tracePt t="41311" x="376238" y="4267200"/>
          <p14:tracePt t="41318" x="376238" y="4276725"/>
          <p14:tracePt t="41326" x="376238" y="4291013"/>
          <p14:tracePt t="41332" x="376238" y="4295775"/>
          <p14:tracePt t="41339" x="376238" y="4310063"/>
          <p14:tracePt t="41346" x="381000" y="4319588"/>
          <p14:tracePt t="41354" x="381000" y="4329113"/>
          <p14:tracePt t="41360" x="381000" y="4333875"/>
          <p14:tracePt t="41367" x="381000" y="4338638"/>
          <p14:tracePt t="41373" x="385763" y="4343400"/>
          <p14:tracePt t="41381" x="390525" y="4348163"/>
          <p14:tracePt t="41390" x="395288" y="4352925"/>
          <p14:tracePt t="41407" x="400050" y="4352925"/>
          <p14:tracePt t="41419" x="404813" y="4357688"/>
          <p14:tracePt t="41426" x="409575" y="4357688"/>
          <p14:tracePt t="41431" x="409575" y="4362450"/>
          <p14:tracePt t="41437" x="414338" y="4362450"/>
          <p14:tracePt t="41444" x="419100" y="4371975"/>
          <p14:tracePt t="41450" x="0" y="0"/>
        </p14:tracePtLst>
        <p14:tracePtLst>
          <p14:tracePt t="43332" x="6272213" y="3971925"/>
          <p14:tracePt t="43335" x="6262688" y="3967163"/>
          <p14:tracePt t="43342" x="6257925" y="3967163"/>
          <p14:tracePt t="43353" x="6253163" y="3967163"/>
          <p14:tracePt t="43360" x="6248400" y="3967163"/>
          <p14:tracePt t="43368" x="6238875" y="3967163"/>
          <p14:tracePt t="43375" x="6229350" y="3967163"/>
          <p14:tracePt t="43381" x="6224588" y="3967163"/>
          <p14:tracePt t="43388" x="6215063" y="3967163"/>
          <p14:tracePt t="43395" x="6205538" y="3967163"/>
          <p14:tracePt t="43403" x="6200775" y="3967163"/>
          <p14:tracePt t="43410" x="6191250" y="3967163"/>
          <p14:tracePt t="43424" x="6167438" y="3971925"/>
          <p14:tracePt t="43430" x="6153150" y="3976688"/>
          <p14:tracePt t="43437" x="6143625" y="3976688"/>
          <p14:tracePt t="43444" x="6129338" y="3981450"/>
          <p14:tracePt t="43450" x="6115050" y="3986213"/>
          <p14:tracePt t="43459" x="6105525" y="3990975"/>
          <p14:tracePt t="43467" x="6100763" y="3995738"/>
          <p14:tracePt t="43475" x="6096000" y="3995738"/>
          <p14:tracePt t="43481" x="6091238" y="4000500"/>
          <p14:tracePt t="43486" x="6086475" y="4005263"/>
          <p14:tracePt t="43492" x="6086475" y="4010025"/>
          <p14:tracePt t="43499" x="6081713" y="4014788"/>
          <p14:tracePt t="43507" x="6081713" y="4019550"/>
          <p14:tracePt t="43513" x="6081713" y="4024313"/>
          <p14:tracePt t="43522" x="6076950" y="4033838"/>
          <p14:tracePt t="43526" x="6076950" y="4038600"/>
          <p14:tracePt t="43533" x="6076950" y="4043363"/>
          <p14:tracePt t="43541" x="6076950" y="4052888"/>
          <p14:tracePt t="43548" x="6076950" y="4062413"/>
          <p14:tracePt t="43557" x="6076950" y="4076700"/>
          <p14:tracePt t="43560" x="6081713" y="4081463"/>
          <p14:tracePt t="43564" x="6081713" y="4086225"/>
          <p14:tracePt t="43568" x="6086475" y="4100513"/>
          <p14:tracePt t="43575" x="6096000" y="4110038"/>
          <p14:tracePt t="43583" x="6100763" y="4133850"/>
          <p14:tracePt t="43592" x="6110288" y="4148138"/>
          <p14:tracePt t="43596" x="6115050" y="4157663"/>
          <p14:tracePt t="43603" x="6124575" y="4167188"/>
          <p14:tracePt t="43611" x="6129338" y="4181475"/>
          <p14:tracePt t="43617" x="6134100" y="4186238"/>
          <p14:tracePt t="43619" x="6138863" y="4186238"/>
          <p14:tracePt t="43624" x="6138863" y="4195763"/>
          <p14:tracePt t="43630" x="6148388" y="4200525"/>
          <p14:tracePt t="43638" x="6153150" y="4205288"/>
          <p14:tracePt t="43644" x="6162675" y="4210050"/>
          <p14:tracePt t="43652" x="6167438" y="4224338"/>
          <p14:tracePt t="43659" x="6181725" y="4233863"/>
          <p14:tracePt t="43665" x="6186488" y="4243388"/>
          <p14:tracePt t="43673" x="6210300" y="4252913"/>
          <p14:tracePt t="43679" x="6224588" y="4267200"/>
          <p14:tracePt t="43687" x="6248400" y="4276725"/>
          <p14:tracePt t="43695" x="6262688" y="4286250"/>
          <p14:tracePt t="43700" x="6272213" y="4291013"/>
          <p14:tracePt t="43707" x="6286500" y="4295775"/>
          <p14:tracePt t="43715" x="6300788" y="4300538"/>
          <p14:tracePt t="43722" x="6305550" y="4305300"/>
          <p14:tracePt t="43723" x="6315075" y="4305300"/>
          <p14:tracePt t="43728" x="6324600" y="4310063"/>
          <p14:tracePt t="43735" x="6338888" y="4314825"/>
          <p14:tracePt t="43742" x="6348413" y="4319588"/>
          <p14:tracePt t="43752" x="6357938" y="4324350"/>
          <p14:tracePt t="43756" x="6362700" y="4324350"/>
          <p14:tracePt t="43762" x="6367463" y="4324350"/>
          <p14:tracePt t="43770" x="6376988" y="4324350"/>
          <p14:tracePt t="43779" x="6381750" y="4324350"/>
          <p14:tracePt t="43786" x="6386513" y="4324350"/>
          <p14:tracePt t="43791" x="6391275" y="4324350"/>
          <p14:tracePt t="43798" x="6396038" y="4324350"/>
          <p14:tracePt t="43807" x="6410325" y="4319588"/>
          <p14:tracePt t="43814" x="6419850" y="4314825"/>
          <p14:tracePt t="43822" x="6424613" y="4305300"/>
          <p14:tracePt t="43830" x="6429375" y="4300538"/>
          <p14:tracePt t="43836" x="6434138" y="4295775"/>
          <p14:tracePt t="43839" x="6434138" y="4291013"/>
          <p14:tracePt t="43846" x="6443663" y="4286250"/>
          <p14:tracePt t="43853" x="6443663" y="4276725"/>
          <p14:tracePt t="43854" x="6443663" y="4271963"/>
          <p14:tracePt t="43860" x="6448425" y="4267200"/>
          <p14:tracePt t="43867" x="6448425" y="4257675"/>
          <p14:tracePt t="43877" x="6453188" y="4243388"/>
          <p14:tracePt t="43878" x="6457950" y="4238625"/>
          <p14:tracePt t="43884" x="6457950" y="4233863"/>
          <p14:tracePt t="43888" x="6457950" y="4229100"/>
          <p14:tracePt t="43894" x="6462713" y="4214813"/>
          <p14:tracePt t="43903" x="6467475" y="4210050"/>
          <p14:tracePt t="43909" x="6467475" y="4200525"/>
          <p14:tracePt t="43915" x="6467475" y="4191000"/>
          <p14:tracePt t="43922" x="6467475" y="4186238"/>
          <p14:tracePt t="43929" x="6467475" y="4181475"/>
          <p14:tracePt t="43936" x="6467475" y="4171950"/>
          <p14:tracePt t="43943" x="6467475" y="4167188"/>
          <p14:tracePt t="43950" x="6462713" y="4157663"/>
          <p14:tracePt t="43957" x="6462713" y="4152900"/>
          <p14:tracePt t="43964" x="6453188" y="4143375"/>
          <p14:tracePt t="43971" x="6443663" y="4138613"/>
          <p14:tracePt t="43978" x="6429375" y="4124325"/>
          <p14:tracePt t="43985" x="6429375" y="4119563"/>
          <p14:tracePt t="43993" x="6419850" y="4110038"/>
          <p14:tracePt t="44000" x="6410325" y="4100513"/>
          <p14:tracePt t="44007" x="6400800" y="4090988"/>
          <p14:tracePt t="44014" x="6396038" y="4086225"/>
          <p14:tracePt t="44020" x="6386513" y="4076700"/>
          <p14:tracePt t="44026" x="6372225" y="4067175"/>
          <p14:tracePt t="44033" x="6367463" y="4062413"/>
          <p14:tracePt t="44035" x="6362700" y="4057650"/>
          <p14:tracePt t="44040" x="6357938" y="4052888"/>
          <p14:tracePt t="44047" x="6348413" y="4048125"/>
          <p14:tracePt t="44056" x="6338888" y="4038600"/>
          <p14:tracePt t="44061" x="6329363" y="4033838"/>
          <p14:tracePt t="44068" x="6315075" y="4024313"/>
          <p14:tracePt t="44075" x="6296025" y="4019550"/>
          <p14:tracePt t="44082" x="6276975" y="4014788"/>
          <p14:tracePt t="44089" x="6267450" y="4010025"/>
          <p14:tracePt t="44091" x="6253163" y="4005263"/>
          <p14:tracePt t="44096" x="6243638" y="4005263"/>
          <p14:tracePt t="44102" x="6219825" y="3995738"/>
          <p14:tracePt t="44110" x="6186488" y="3990975"/>
          <p14:tracePt t="44117" x="6176963" y="3990975"/>
          <p14:tracePt t="44119" x="6162675" y="3990975"/>
          <p14:tracePt t="44124" x="6153150" y="3990975"/>
          <p14:tracePt t="44130" x="6143625" y="3990975"/>
          <p14:tracePt t="44139" x="6138863" y="3990975"/>
          <p14:tracePt t="44145" x="6129338" y="3990975"/>
          <p14:tracePt t="44152" x="6124575" y="3990975"/>
          <p14:tracePt t="44158" x="6119813" y="3995738"/>
          <p14:tracePt t="44165" x="6119813" y="4000500"/>
          <p14:tracePt t="44172" x="6110288" y="4000500"/>
          <p14:tracePt t="44179" x="6110288" y="4005263"/>
          <p14:tracePt t="44187" x="6105525" y="4014788"/>
          <p14:tracePt t="44194" x="6105525" y="4019550"/>
          <p14:tracePt t="44202" x="6105525" y="4024313"/>
          <p14:tracePt t="44211" x="6100763" y="4029075"/>
          <p14:tracePt t="44215" x="6100763" y="4033838"/>
          <p14:tracePt t="44228" x="6100763" y="4038600"/>
          <p14:tracePt t="44235" x="6100763" y="4048125"/>
          <p14:tracePt t="44242" x="6100763" y="4057650"/>
          <p14:tracePt t="44250" x="6096000" y="4062413"/>
          <p14:tracePt t="44256" x="6096000" y="4067175"/>
          <p14:tracePt t="44263" x="6096000" y="4081463"/>
          <p14:tracePt t="44269" x="6091238" y="4086225"/>
          <p14:tracePt t="44277" x="6091238" y="4105275"/>
          <p14:tracePt t="44284" x="6091238" y="4114800"/>
          <p14:tracePt t="44290" x="6091238" y="4129088"/>
          <p14:tracePt t="44297" x="6091238" y="4133850"/>
          <p14:tracePt t="44304" x="6096000" y="4148138"/>
          <p14:tracePt t="44312" x="6100763" y="4157663"/>
          <p14:tracePt t="44314" x="6105525" y="4167188"/>
          <p14:tracePt t="44322" x="6110288" y="4176713"/>
          <p14:tracePt t="44326" x="6115050" y="4181475"/>
          <p14:tracePt t="44333" x="6115050" y="4186238"/>
          <p14:tracePt t="44339" x="6119813" y="4195763"/>
          <p14:tracePt t="44346" x="6129338" y="4205288"/>
          <p14:tracePt t="44355" x="6134100" y="4214813"/>
          <p14:tracePt t="44361" x="6138863" y="4219575"/>
          <p14:tracePt t="44367" x="6148388" y="4229100"/>
          <p14:tracePt t="44375" x="6162675" y="4233863"/>
          <p14:tracePt t="44381" x="6167438" y="4243388"/>
          <p14:tracePt t="44387" x="6172200" y="4248150"/>
          <p14:tracePt t="44394" x="6181725" y="4252913"/>
          <p14:tracePt t="44402" x="6186488" y="4252913"/>
          <p14:tracePt t="44408" x="6191250" y="4252913"/>
          <p14:tracePt t="44415" x="6196013" y="4257675"/>
          <p14:tracePt t="44424" x="6200775" y="4262438"/>
          <p14:tracePt t="44429" x="6210300" y="4267200"/>
          <p14:tracePt t="44436" x="6215063" y="4267200"/>
          <p14:tracePt t="44443" x="6224588" y="4271963"/>
          <p14:tracePt t="44451" x="6234113" y="4276725"/>
          <p14:tracePt t="44457" x="6238875" y="4276725"/>
          <p14:tracePt t="44464" x="6248400" y="4276725"/>
          <p14:tracePt t="44472" x="6257925" y="4276725"/>
          <p14:tracePt t="44478" x="6262688" y="4276725"/>
          <p14:tracePt t="44486" x="6267450" y="4276725"/>
          <p14:tracePt t="44504" x="6272213" y="4276725"/>
          <p14:tracePt t="44524" x="6276975" y="4276725"/>
          <p14:tracePt t="44530" x="6276975" y="4271963"/>
          <p14:tracePt t="44538" x="6281738" y="4271963"/>
          <p14:tracePt t="44542" x="6286500" y="4271963"/>
          <p14:tracePt t="44555" x="6291263" y="4271963"/>
          <p14:tracePt t="44561" x="6291263" y="4267200"/>
          <p14:tracePt t="44569" x="6296025" y="4262438"/>
          <p14:tracePt t="44575" x="6300788" y="4262438"/>
          <p14:tracePt t="44582" x="6305550" y="4257675"/>
          <p14:tracePt t="44589" x="6310313" y="4257675"/>
          <p14:tracePt t="44596" x="6310313" y="4252913"/>
          <p14:tracePt t="44603" x="6315075" y="4248150"/>
          <p14:tracePt t="44611" x="6319838" y="4243388"/>
          <p14:tracePt t="44617" x="6324600" y="4238625"/>
          <p14:tracePt t="44625" x="6324600" y="4233863"/>
          <p14:tracePt t="44631" x="6329363" y="4233863"/>
          <p14:tracePt t="44639" x="6338888" y="4229100"/>
          <p14:tracePt t="44645" x="6338888" y="4224338"/>
          <p14:tracePt t="44651" x="6343650" y="4219575"/>
          <p14:tracePt t="44659" x="6343650" y="4210050"/>
          <p14:tracePt t="44665" x="6348413" y="4210050"/>
          <p14:tracePt t="44672" x="6348413" y="4205288"/>
          <p14:tracePt t="44681" x="6348413" y="4195763"/>
          <p14:tracePt t="44687" x="6348413" y="4191000"/>
          <p14:tracePt t="44694" x="6348413" y="4186238"/>
          <p14:tracePt t="44702" x="6348413" y="4181475"/>
          <p14:tracePt t="44712" x="6348413" y="4176713"/>
          <p14:tracePt t="44723" x="6348413" y="4171950"/>
          <p14:tracePt t="44734" x="6348413" y="4167188"/>
          <p14:tracePt t="44800" x="6348413" y="4162425"/>
          <p14:tracePt t="44808" x="6343650" y="4162425"/>
          <p14:tracePt t="44828" x="6343650" y="4157663"/>
          <p14:tracePt t="44831" x="6338888" y="4157663"/>
          <p14:tracePt t="44834" x="6334125" y="4157663"/>
          <p14:tracePt t="44842" x="6329363" y="4157663"/>
          <p14:tracePt t="44850" x="6324600" y="4157663"/>
          <p14:tracePt t="44856" x="6324600" y="4152900"/>
          <p14:tracePt t="44857" x="0" y="0"/>
        </p14:tracePtLst>
        <p14:tracePtLst>
          <p14:tracePt t="51109" x="7877175" y="2362200"/>
          <p14:tracePt t="51131" x="7877175" y="2366963"/>
          <p14:tracePt t="51155" x="7872413" y="2366963"/>
          <p14:tracePt t="51163" x="7867650" y="2366963"/>
          <p14:tracePt t="51171" x="7862888" y="2366963"/>
          <p14:tracePt t="51179" x="7858125" y="2366963"/>
          <p14:tracePt t="51190" x="7853363" y="2366963"/>
          <p14:tracePt t="51199" x="7848600" y="2366963"/>
          <p14:tracePt t="51207" x="7843838" y="2366963"/>
          <p14:tracePt t="51215" x="7839075" y="2366963"/>
          <p14:tracePt t="51218" x="7834313" y="2366963"/>
          <p14:tracePt t="51223" x="7829550" y="2366963"/>
          <p14:tracePt t="51230" x="7820025" y="2366963"/>
          <p14:tracePt t="51235" x="7815263" y="2366963"/>
          <p14:tracePt t="51242" x="7810500" y="2366963"/>
          <p14:tracePt t="51253" x="7796213" y="2371725"/>
          <p14:tracePt t="51255" x="7791450" y="2371725"/>
          <p14:tracePt t="51263" x="7781925" y="2376488"/>
          <p14:tracePt t="51270" x="7772400" y="2386013"/>
          <p14:tracePt t="51277" x="7772400" y="2390775"/>
          <p14:tracePt t="51283" x="7767638" y="2395538"/>
          <p14:tracePt t="51292" x="7762875" y="2400300"/>
          <p14:tracePt t="51298" x="7758113" y="2405063"/>
          <p14:tracePt t="51304" x="7758113" y="2409825"/>
          <p14:tracePt t="51312" x="7753350" y="2414588"/>
          <p14:tracePt t="51319" x="7748588" y="2419350"/>
          <p14:tracePt t="51325" x="7743825" y="2419350"/>
          <p14:tracePt t="51332" x="7739063" y="2424113"/>
          <p14:tracePt t="51342" x="7739063" y="2428875"/>
          <p14:tracePt t="51347" x="7734300" y="2428875"/>
          <p14:tracePt t="51353" x="7734300" y="2433638"/>
          <p14:tracePt t="51360" x="7734300" y="2438400"/>
          <p14:tracePt t="51367" x="7729538" y="2447925"/>
          <p14:tracePt t="51374" x="7724775" y="2462213"/>
          <p14:tracePt t="51381" x="7724775" y="2466975"/>
          <p14:tracePt t="51388" x="7724775" y="2476500"/>
          <p14:tracePt t="51396" x="7724775" y="2486025"/>
          <p14:tracePt t="51402" x="7724775" y="2490788"/>
          <p14:tracePt t="51402" x="7724775" y="2495550"/>
          <p14:tracePt t="51409" x="7724775" y="2500313"/>
          <p14:tracePt t="51416" x="7724775" y="2509838"/>
          <p14:tracePt t="51423" x="7724775" y="2519363"/>
          <p14:tracePt t="51431" x="7724775" y="2533650"/>
          <p14:tracePt t="51436" x="7729538" y="2533650"/>
          <p14:tracePt t="51443" x="7734300" y="2547938"/>
          <p14:tracePt t="51451" x="7739063" y="2557463"/>
          <p14:tracePt t="51457" x="7743825" y="2557463"/>
          <p14:tracePt t="51464" x="7748588" y="2566988"/>
          <p14:tracePt t="51471" x="7753350" y="2566988"/>
          <p14:tracePt t="51478" x="7758113" y="2571750"/>
          <p14:tracePt t="51485" x="7762875" y="2571750"/>
          <p14:tracePt t="51492" x="7767638" y="2571750"/>
          <p14:tracePt t="51499" x="7777163" y="2571750"/>
          <p14:tracePt t="51505" x="7781925" y="2571750"/>
          <p14:tracePt t="51506" x="7786688" y="2571750"/>
          <p14:tracePt t="51513" x="7791450" y="2571750"/>
          <p14:tracePt t="51519" x="7805738" y="2571750"/>
          <p14:tracePt t="51527" x="7820025" y="2571750"/>
          <p14:tracePt t="51533" x="7824788" y="2571750"/>
          <p14:tracePt t="51540" x="7839075" y="2571750"/>
          <p14:tracePt t="51548" x="7848600" y="2571750"/>
          <p14:tracePt t="51554" x="7853363" y="2566988"/>
          <p14:tracePt t="51561" x="7858125" y="2566988"/>
          <p14:tracePt t="51569" x="7867650" y="2562225"/>
          <p14:tracePt t="51576" x="7872413" y="2552700"/>
          <p14:tracePt t="51583" x="7877175" y="2543175"/>
          <p14:tracePt t="51590" x="7881938" y="2538413"/>
          <p14:tracePt t="51596" x="7881938" y="2533650"/>
          <p14:tracePt t="51603" x="7886700" y="2524125"/>
          <p14:tracePt t="51610" x="7891463" y="2509838"/>
          <p14:tracePt t="51618" x="7891463" y="2500313"/>
          <p14:tracePt t="51624" x="7891463" y="2495550"/>
          <p14:tracePt t="51631" x="7891463" y="2486025"/>
          <p14:tracePt t="51642" x="7891463" y="2471738"/>
          <p14:tracePt t="51652" x="7891463" y="2462213"/>
          <p14:tracePt t="51659" x="7891463" y="2457450"/>
          <p14:tracePt t="51666" x="7886700" y="2447925"/>
          <p14:tracePt t="51672" x="7881938" y="2447925"/>
          <p14:tracePt t="51679" x="7877175" y="2443163"/>
          <p14:tracePt t="51687" x="7867650" y="2438400"/>
          <p14:tracePt t="51694" x="7862888" y="2433638"/>
          <p14:tracePt t="51700" x="7858125" y="2433638"/>
          <p14:tracePt t="51707" x="7853363" y="2433638"/>
          <p14:tracePt t="51714" x="7853363" y="2428875"/>
          <p14:tracePt t="51721" x="7848600" y="2428875"/>
          <p14:tracePt t="51730" x="7843838" y="2428875"/>
          <p14:tracePt t="51742" x="7834313" y="2428875"/>
          <p14:tracePt t="51752" x="7829550" y="2428875"/>
          <p14:tracePt t="51754" x="7824788" y="2428875"/>
          <p14:tracePt t="51763" x="7815263" y="2428875"/>
          <p14:tracePt t="51770" x="7805738" y="2428875"/>
          <p14:tracePt t="51777" x="7800975" y="2428875"/>
          <p14:tracePt t="51783" x="7796213" y="2428875"/>
          <p14:tracePt t="51790" x="7786688" y="2428875"/>
          <p14:tracePt t="51797" x="7781925" y="2428875"/>
          <p14:tracePt t="51804" x="7772400" y="2428875"/>
          <p14:tracePt t="51811" x="7762875" y="2428875"/>
          <p14:tracePt t="51819" x="7758113" y="2433638"/>
          <p14:tracePt t="51826" x="7758113" y="2438400"/>
          <p14:tracePt t="51833" x="7753350" y="2438400"/>
          <p14:tracePt t="51839" x="7748588" y="2443163"/>
          <p14:tracePt t="51848" x="7743825" y="2447925"/>
          <p14:tracePt t="51853" x="7739063" y="2452688"/>
          <p14:tracePt t="51860" x="7739063" y="2457450"/>
          <p14:tracePt t="51868" x="7739063" y="2462213"/>
          <p14:tracePt t="51875" x="7734300" y="2466975"/>
          <p14:tracePt t="51881" x="7734300" y="2471738"/>
          <p14:tracePt t="51889" x="7734300" y="2476500"/>
          <p14:tracePt t="51895" x="7734300" y="2481263"/>
          <p14:tracePt t="51902" x="7734300" y="2486025"/>
          <p14:tracePt t="51908" x="7734300" y="2490788"/>
          <p14:tracePt t="51916" x="7734300" y="2495550"/>
          <p14:tracePt t="51930" x="7734300" y="2505075"/>
          <p14:tracePt t="51936" x="7734300" y="2509838"/>
          <p14:tracePt t="51944" x="7739063" y="2514600"/>
          <p14:tracePt t="51952" x="7739063" y="2519363"/>
          <p14:tracePt t="51957" x="7743825" y="2519363"/>
          <p14:tracePt t="51964" x="7748588" y="2528888"/>
          <p14:tracePt t="51971" x="7753350" y="2533650"/>
          <p14:tracePt t="51978" x="7758113" y="2538413"/>
          <p14:tracePt t="52000" x="7767638" y="2547938"/>
          <p14:tracePt t="52007" x="7772400" y="2547938"/>
          <p14:tracePt t="52014" x="7777163" y="2547938"/>
          <p14:tracePt t="52023" x="7781925" y="2547938"/>
          <p14:tracePt t="52031" x="7786688" y="2547938"/>
          <p14:tracePt t="52034" x="7791450" y="2547938"/>
          <p14:tracePt t="52040" x="7796213" y="2552700"/>
          <p14:tracePt t="52047" x="7810500" y="2552700"/>
          <p14:tracePt t="52055" x="7820025" y="2552700"/>
          <p14:tracePt t="52061" x="7824788" y="2552700"/>
          <p14:tracePt t="52068" x="7834313" y="2552700"/>
          <p14:tracePt t="52076" x="7848600" y="2552700"/>
          <p14:tracePt t="52083" x="7858125" y="2552700"/>
          <p14:tracePt t="52089" x="7867650" y="2552700"/>
          <p14:tracePt t="52096" x="7872413" y="2552700"/>
          <p14:tracePt t="52103" x="7881938" y="2552700"/>
          <p14:tracePt t="52110" x="7886700" y="2552700"/>
          <p14:tracePt t="52117" x="7891463" y="2552700"/>
          <p14:tracePt t="52136" x="7896225" y="2552700"/>
          <p14:tracePt t="52152" x="7900988" y="2552700"/>
          <p14:tracePt t="52163" x="7905750" y="2552700"/>
          <p14:tracePt t="52171" x="7910513" y="2552700"/>
          <p14:tracePt t="52180" x="7915275" y="2552700"/>
          <p14:tracePt t="52186" x="7920038" y="2552700"/>
          <p14:tracePt t="52193" x="7924800" y="2552700"/>
          <p14:tracePt t="52200" x="7929563" y="2552700"/>
          <p14:tracePt t="52207" x="7939088" y="2552700"/>
          <p14:tracePt t="52214" x="7943850" y="2552700"/>
          <p14:tracePt t="52221" x="7943850" y="2557463"/>
          <p14:tracePt t="52228" x="7948613" y="2557463"/>
          <p14:tracePt t="52235" x="7953375" y="2562225"/>
          <p14:tracePt t="52242" x="7958138" y="2562225"/>
          <p14:tracePt t="52243" x="0" y="0"/>
        </p14:tracePtLst>
        <p14:tracePtLst>
          <p14:tracePt t="67875" x="10601325" y="4014788"/>
          <p14:tracePt t="67880" x="10596563" y="4014788"/>
          <p14:tracePt t="67888" x="10587038" y="4014788"/>
          <p14:tracePt t="67895" x="10582275" y="4014788"/>
          <p14:tracePt t="67902" x="10567988" y="4014788"/>
          <p14:tracePt t="67915" x="10558463" y="4014788"/>
          <p14:tracePt t="67923" x="10544175" y="4019550"/>
          <p14:tracePt t="67931" x="10534650" y="4019550"/>
          <p14:tracePt t="67937" x="10529888" y="4019550"/>
          <p14:tracePt t="67944" x="10515600" y="4024313"/>
          <p14:tracePt t="67951" x="10496550" y="4024313"/>
          <p14:tracePt t="67958" x="10482263" y="4029075"/>
          <p14:tracePt t="67964" x="10477500" y="4029075"/>
          <p14:tracePt t="67971" x="10453688" y="4038600"/>
          <p14:tracePt t="67979" x="10434638" y="4038600"/>
          <p14:tracePt t="67985" x="10420350" y="4048125"/>
          <p14:tracePt t="67986" x="10406063" y="4052888"/>
          <p14:tracePt t="67992" x="10391775" y="4052888"/>
          <p14:tracePt t="67999" x="10367963" y="4067175"/>
          <p14:tracePt t="68006" x="10344150" y="4076700"/>
          <p14:tracePt t="68013" x="10334625" y="4081463"/>
          <p14:tracePt t="68014" x="10320338" y="4086225"/>
          <p14:tracePt t="68020" x="10315575" y="4090988"/>
          <p14:tracePt t="68026" x="10296525" y="4100513"/>
          <p14:tracePt t="68033" x="10291763" y="4110038"/>
          <p14:tracePt t="68034" x="10282238" y="4110038"/>
          <p14:tracePt t="68041" x="10272713" y="4114800"/>
          <p14:tracePt t="68047" x="10258425" y="4129088"/>
          <p14:tracePt t="68054" x="10248900" y="4138613"/>
          <p14:tracePt t="68061" x="10244138" y="4143375"/>
          <p14:tracePt t="68068" x="10234613" y="4152900"/>
          <p14:tracePt t="68076" x="10229850" y="4167188"/>
          <p14:tracePt t="68082" x="10225088" y="4176713"/>
          <p14:tracePt t="68090" x="10220325" y="4186238"/>
          <p14:tracePt t="68098" x="10220325" y="4191000"/>
          <p14:tracePt t="68106" x="10220325" y="4195763"/>
          <p14:tracePt t="68114" x="10220325" y="4200525"/>
          <p14:tracePt t="68119" x="10220325" y="4205288"/>
          <p14:tracePt t="68124" x="10225088" y="4205288"/>
          <p14:tracePt t="68131" x="10229850" y="4210050"/>
          <p14:tracePt t="68138" x="10234613" y="4214813"/>
          <p14:tracePt t="68139" x="10248900" y="4219575"/>
          <p14:tracePt t="68146" x="10253663" y="4224338"/>
          <p14:tracePt t="68152" x="10277475" y="4233863"/>
          <p14:tracePt t="68158" x="10301288" y="4248150"/>
          <p14:tracePt t="68165" x="10310813" y="4248150"/>
          <p14:tracePt t="68173" x="10348913" y="4262438"/>
          <p14:tracePt t="68179" x="10382250" y="4271963"/>
          <p14:tracePt t="68186" x="10425113" y="4281488"/>
          <p14:tracePt t="68194" x="10482263" y="4286250"/>
          <p14:tracePt t="68200" x="10510838" y="4286250"/>
          <p14:tracePt t="68207" x="10553700" y="4291013"/>
          <p14:tracePt t="68214" x="10601325" y="4291013"/>
          <p14:tracePt t="68221" x="10625138" y="4291013"/>
          <p14:tracePt t="68228" x="10672763" y="4291013"/>
          <p14:tracePt t="68235" x="10729913" y="4291013"/>
          <p14:tracePt t="68242" x="10782300" y="4291013"/>
          <p14:tracePt t="68249" x="10806113" y="4291013"/>
          <p14:tracePt t="68255" x="10853738" y="4291013"/>
          <p14:tracePt t="68265" x="10896600" y="4291013"/>
          <p14:tracePt t="68266" x="10920413" y="4286250"/>
          <p14:tracePt t="68270" x="10944225" y="4281488"/>
          <p14:tracePt t="68277" x="10963275" y="4281488"/>
          <p14:tracePt t="68283" x="11006138" y="4271963"/>
          <p14:tracePt t="68291" x="11039475" y="4267200"/>
          <p14:tracePt t="68297" x="11053763" y="4262438"/>
          <p14:tracePt t="68304" x="11082338" y="4257675"/>
          <p14:tracePt t="68312" x="11101388" y="4252913"/>
          <p14:tracePt t="68319" x="11115675" y="4248150"/>
          <p14:tracePt t="68333" x="11120438" y="4238625"/>
          <p14:tracePt t="68339" x="11125200" y="4233863"/>
          <p14:tracePt t="68346" x="11125200" y="4229100"/>
          <p14:tracePt t="68353" x="11125200" y="4224338"/>
          <p14:tracePt t="68360" x="11125200" y="4219575"/>
          <p14:tracePt t="68367" x="11125200" y="4214813"/>
          <p14:tracePt t="68373" x="11125200" y="4210050"/>
          <p14:tracePt t="68374" x="11125200" y="4205288"/>
          <p14:tracePt t="68382" x="11120438" y="4195763"/>
          <p14:tracePt t="68383" x="11115675" y="4191000"/>
          <p14:tracePt t="68388" x="11110913" y="4186238"/>
          <p14:tracePt t="68395" x="11106150" y="4176713"/>
          <p14:tracePt t="68402" x="11096625" y="4167188"/>
          <p14:tracePt t="68408" x="11091863" y="4157663"/>
          <p14:tracePt t="68415" x="11082338" y="4148138"/>
          <p14:tracePt t="68423" x="11068050" y="4138613"/>
          <p14:tracePt t="68429" x="11058525" y="4138613"/>
          <p14:tracePt t="68436" x="11053763" y="4129088"/>
          <p14:tracePt t="68443" x="11034713" y="4119563"/>
          <p14:tracePt t="68451" x="11015663" y="4110038"/>
          <p14:tracePt t="68457" x="11006138" y="4105275"/>
          <p14:tracePt t="68464" x="10987088" y="4090988"/>
          <p14:tracePt t="68471" x="10963275" y="4086225"/>
          <p14:tracePt t="68480" x="10939463" y="4076700"/>
          <p14:tracePt t="68485" x="10925175" y="4071938"/>
          <p14:tracePt t="68492" x="10901363" y="4062413"/>
          <p14:tracePt t="68499" x="10877550" y="4057650"/>
          <p14:tracePt t="68506" x="10858500" y="4052888"/>
          <p14:tracePt t="68513" x="10844213" y="4048125"/>
          <p14:tracePt t="68519" x="10820400" y="4048125"/>
          <p14:tracePt t="68528" x="10796588" y="4038600"/>
          <p14:tracePt t="68535" x="10768013" y="4033838"/>
          <p14:tracePt t="68540" x="10753725" y="4033838"/>
          <p14:tracePt t="68547" x="10729913" y="4029075"/>
          <p14:tracePt t="68555" x="10706100" y="4024313"/>
          <p14:tracePt t="68561" x="10691813" y="4024313"/>
          <p14:tracePt t="68569" x="10668000" y="4024313"/>
          <p14:tracePt t="68575" x="10639425" y="4024313"/>
          <p14:tracePt t="68583" x="10610850" y="4019550"/>
          <p14:tracePt t="68589" x="10601325" y="4019550"/>
          <p14:tracePt t="68596" x="10582275" y="4019550"/>
          <p14:tracePt t="68603" x="10563225" y="4024313"/>
          <p14:tracePt t="68611" x="10553700" y="4024313"/>
          <p14:tracePt t="68617" x="10548938" y="4029075"/>
          <p14:tracePt t="68624" x="10539413" y="4029075"/>
          <p14:tracePt t="68631" x="10529888" y="4033838"/>
          <p14:tracePt t="68638" x="10520363" y="4033838"/>
          <p14:tracePt t="68645" x="10515600" y="4033838"/>
          <p14:tracePt t="68652" x="10501313" y="4043363"/>
          <p14:tracePt t="68660" x="10482263" y="4043363"/>
          <p14:tracePt t="68665" x="10472738" y="4048125"/>
          <p14:tracePt t="68666" x="10463213" y="4048125"/>
          <p14:tracePt t="68673" x="10448925" y="4052888"/>
          <p14:tracePt t="68680" x="10429875" y="4057650"/>
          <p14:tracePt t="68686" x="10406063" y="4071938"/>
          <p14:tracePt t="68693" x="10396538" y="4071938"/>
          <p14:tracePt t="68694" x="10387013" y="4076700"/>
          <p14:tracePt t="68700" x="10377488" y="4081463"/>
          <p14:tracePt t="68708" x="10363200" y="4090988"/>
          <p14:tracePt t="68715" x="10344150" y="4095750"/>
          <p14:tracePt t="68722" x="10344150" y="4105275"/>
          <p14:tracePt t="68728" x="10334625" y="4110038"/>
          <p14:tracePt t="68735" x="10325100" y="4114800"/>
          <p14:tracePt t="68742" x="10325100" y="4124325"/>
          <p14:tracePt t="68749" x="10320338" y="4124325"/>
          <p14:tracePt t="68756" x="10320338" y="4133850"/>
          <p14:tracePt t="68764" x="10315575" y="4143375"/>
          <p14:tracePt t="68770" x="10315575" y="4152900"/>
          <p14:tracePt t="68777" x="10310813" y="4152900"/>
          <p14:tracePt t="68784" x="10310813" y="4162425"/>
          <p14:tracePt t="68793" x="10310813" y="4171950"/>
          <p14:tracePt t="68794" x="10310813" y="4176713"/>
          <p14:tracePt t="68799" x="10310813" y="4186238"/>
          <p14:tracePt t="68807" x="10310813" y="4191000"/>
          <p14:tracePt t="68812" x="10315575" y="4195763"/>
          <p14:tracePt t="68819" x="10320338" y="4210050"/>
          <p14:tracePt t="68826" x="10329863" y="4219575"/>
          <p14:tracePt t="68833" x="10334625" y="4229100"/>
          <p14:tracePt t="68839" x="10344150" y="4243388"/>
          <p14:tracePt t="68847" x="10363200" y="4257675"/>
          <p14:tracePt t="68853" x="10372725" y="4262438"/>
          <p14:tracePt t="68861" x="10391775" y="4276725"/>
          <p14:tracePt t="68863" x="10406063" y="4281488"/>
          <p14:tracePt t="68868" x="10415588" y="4281488"/>
          <p14:tracePt t="68874" x="10429875" y="4291013"/>
          <p14:tracePt t="68875" x="10453688" y="4295775"/>
          <p14:tracePt t="68881" x="10467975" y="4300538"/>
          <p14:tracePt t="68888" x="10496550" y="4300538"/>
          <p14:tracePt t="68896" x="10525125" y="4305300"/>
          <p14:tracePt t="68902" x="10553700" y="4310063"/>
          <p14:tracePt t="68908" x="10563225" y="4310063"/>
          <p14:tracePt t="68915" x="10591800" y="4310063"/>
          <p14:tracePt t="68923" x="10620375" y="4310063"/>
          <p14:tracePt t="68930" x="10634663" y="4310063"/>
          <p14:tracePt t="68936" x="10648950" y="4310063"/>
          <p14:tracePt t="68943" x="10668000" y="4305300"/>
          <p14:tracePt t="68950" x="10682288" y="4295775"/>
          <p14:tracePt t="68958" x="10696575" y="4286250"/>
          <p14:tracePt t="68964" x="10701338" y="4281488"/>
          <p14:tracePt t="68971" x="10710863" y="4267200"/>
          <p14:tracePt t="68978" x="10715625" y="4257675"/>
          <p14:tracePt t="68985" x="10715625" y="4252913"/>
          <p14:tracePt t="68987" x="10720388" y="4248150"/>
          <p14:tracePt t="68993" x="10720388" y="4238625"/>
          <p14:tracePt t="68994" x="10725150" y="4229100"/>
          <p14:tracePt t="68999" x="10729913" y="4224338"/>
          <p14:tracePt t="69005" x="10729913" y="4214813"/>
          <p14:tracePt t="69006" x="10729913" y="4200525"/>
          <p14:tracePt t="69013" x="10729913" y="4195763"/>
          <p14:tracePt t="69020" x="10729913" y="4176713"/>
          <p14:tracePt t="69029" x="10734675" y="4152900"/>
          <p14:tracePt t="69035" x="10734675" y="4129088"/>
          <p14:tracePt t="69040" x="10734675" y="4124325"/>
          <p14:tracePt t="69049" x="10734675" y="4105275"/>
          <p14:tracePt t="69054" x="10729913" y="4090988"/>
          <p14:tracePt t="69061" x="10725150" y="4086225"/>
          <p14:tracePt t="69062" x="10725150" y="4081463"/>
          <p14:tracePt t="69069" x="10720388" y="4081463"/>
          <p14:tracePt t="69075" x="10720388" y="4071938"/>
          <p14:tracePt t="69083" x="10710863" y="4067175"/>
          <p14:tracePt t="69089" x="10706100" y="4062413"/>
          <p14:tracePt t="69096" x="10691813" y="4048125"/>
          <p14:tracePt t="69103" x="10677525" y="4038600"/>
          <p14:tracePt t="69110" x="10648950" y="4029075"/>
          <p14:tracePt t="69117" x="10634663" y="4019550"/>
          <p14:tracePt t="69124" x="10601325" y="4010025"/>
          <p14:tracePt t="69131" x="10563225" y="4005263"/>
          <p14:tracePt t="69138" x="10544175" y="4005263"/>
          <p14:tracePt t="69145" x="10510838" y="4005263"/>
          <p14:tracePt t="69152" x="10472738" y="4005263"/>
          <p14:tracePt t="69159" x="10425113" y="4005263"/>
          <p14:tracePt t="69165" x="10410825" y="4005263"/>
          <p14:tracePt t="69167" x="10391775" y="4010025"/>
          <p14:tracePt t="69172" x="10367963" y="4014788"/>
          <p14:tracePt t="69179" x="10334625" y="4029075"/>
          <p14:tracePt t="69186" x="10301288" y="4038600"/>
          <p14:tracePt t="69196" x="10277475" y="4052888"/>
          <p14:tracePt t="69201" x="10267950" y="4062413"/>
          <p14:tracePt t="69207" x="10253663" y="4071938"/>
          <p14:tracePt t="69214" x="10244138" y="4086225"/>
          <p14:tracePt t="69221" x="10234613" y="4090988"/>
          <p14:tracePt t="69229" x="10229850" y="4105275"/>
          <p14:tracePt t="69230" x="10225088" y="4110038"/>
          <p14:tracePt t="69235" x="10225088" y="4114800"/>
          <p14:tracePt t="69242" x="10225088" y="4133850"/>
          <p14:tracePt t="69249" x="10220325" y="4138613"/>
          <p14:tracePt t="69255" x="10220325" y="4152900"/>
          <p14:tracePt t="69263" x="10215563" y="4162425"/>
          <p14:tracePt t="69270" x="10210800" y="4181475"/>
          <p14:tracePt t="69284" x="10210800" y="4195763"/>
          <p14:tracePt t="69292" x="10210800" y="4210050"/>
          <p14:tracePt t="69299" x="10210800" y="4219575"/>
          <p14:tracePt t="69304" x="10210800" y="4224338"/>
          <p14:tracePt t="69312" x="10215563" y="4233863"/>
          <p14:tracePt t="69318" x="10220325" y="4243388"/>
          <p14:tracePt t="69325" x="10225088" y="4248150"/>
          <p14:tracePt t="69327" x="10225088" y="4252913"/>
          <p14:tracePt t="69339" x="10229850" y="4262438"/>
          <p14:tracePt t="69347" x="10234613" y="4271963"/>
          <p14:tracePt t="69354" x="10239375" y="4271963"/>
          <p14:tracePt t="69354" x="10244138" y="4281488"/>
          <p14:tracePt t="69362" x="10248900" y="4286250"/>
          <p14:tracePt t="69367" x="10253663" y="4291013"/>
          <p14:tracePt t="69374" x="10263188" y="4295775"/>
          <p14:tracePt t="69375" x="10263188" y="4300538"/>
          <p14:tracePt t="69381" x="10272713" y="4305300"/>
          <p14:tracePt t="69388" x="10282238" y="4314825"/>
          <p14:tracePt t="69395" x="10296525" y="4324350"/>
          <p14:tracePt t="69402" x="10301288" y="4324350"/>
          <p14:tracePt t="69408" x="10310813" y="4329113"/>
          <p14:tracePt t="69415" x="10329863" y="4333875"/>
          <p14:tracePt t="69423" x="10344150" y="4338638"/>
          <p14:tracePt t="69429" x="10353675" y="4343400"/>
          <p14:tracePt t="69436" x="10363200" y="4343400"/>
          <p14:tracePt t="69445" x="10367963" y="4343400"/>
          <p14:tracePt t="69450" x="10372725" y="4343400"/>
          <p14:tracePt t="69460" x="10382250" y="4343400"/>
          <p14:tracePt t="69466" x="10387013" y="4343400"/>
          <p14:tracePt t="69474" x="10391775" y="4343400"/>
          <p14:tracePt t="69478" x="10391775" y="4338638"/>
          <p14:tracePt t="69485" x="10396538" y="4338638"/>
          <p14:tracePt t="69493" x="10401300" y="4338638"/>
          <p14:tracePt t="69499" x="10406063" y="4329113"/>
          <p14:tracePt t="69506" x="10410825" y="4329113"/>
          <p14:tracePt t="69513" x="10410825" y="4324350"/>
          <p14:tracePt t="69520" x="10425113" y="4324350"/>
          <p14:tracePt t="69528" x="10434638" y="4319588"/>
          <p14:tracePt t="69534" x="10439400" y="4314825"/>
          <p14:tracePt t="69551" x="10444163" y="4310063"/>
          <p14:tracePt t="69555" x="10448925" y="4305300"/>
          <p14:tracePt t="69562" x="10448925" y="4300538"/>
          <p14:tracePt t="69569" x="10448925" y="4295775"/>
          <p14:tracePt t="69576" x="10453688" y="4291013"/>
          <p14:tracePt t="69583" x="10453688" y="4276725"/>
          <p14:tracePt t="69589" x="10453688" y="4271963"/>
          <p14:tracePt t="69596" x="10453688" y="4262438"/>
          <p14:tracePt t="69603" x="10453688" y="4252913"/>
          <p14:tracePt t="69611" x="10458450" y="4243388"/>
          <p14:tracePt t="69618" x="10458450" y="4238625"/>
          <p14:tracePt t="69626" x="10458450" y="4233863"/>
          <p14:tracePt t="69632" x="10463213" y="4229100"/>
          <p14:tracePt t="69638" x="10463213" y="4224338"/>
          <p14:tracePt t="69646" x="10463213" y="4219575"/>
          <p14:tracePt t="69652" x="10463213" y="4214813"/>
          <p14:tracePt t="69659" x="10467975" y="4214813"/>
          <p14:tracePt t="69666" x="10467975" y="4210050"/>
          <p14:tracePt t="69680" x="10467975" y="4205288"/>
          <p14:tracePt t="69740" x="10463213" y="4205288"/>
          <p14:tracePt t="69747" x="10458450" y="4205288"/>
          <p14:tracePt t="69752" x="10453688" y="4205288"/>
          <p14:tracePt t="69758" x="10448925" y="4205288"/>
          <p14:tracePt t="69771" x="10444163" y="4205288"/>
          <p14:tracePt t="69830" x="0" y="0"/>
        </p14:tracePtLst>
        <p14:tracePtLst>
          <p14:tracePt t="73922" x="11777663" y="1895475"/>
          <p14:tracePt t="73924" x="11772900" y="1895475"/>
          <p14:tracePt t="73927" x="11763375" y="1895475"/>
          <p14:tracePt t="73931" x="11758613" y="1895475"/>
          <p14:tracePt t="73937" x="11753850" y="1895475"/>
          <p14:tracePt t="73944" x="11734800" y="1890713"/>
          <p14:tracePt t="73951" x="11715750" y="1890713"/>
          <p14:tracePt t="73965" x="11701463" y="1885950"/>
          <p14:tracePt t="73972" x="11691938" y="1885950"/>
          <p14:tracePt t="73978" x="11687175" y="1885950"/>
          <p14:tracePt t="74012" x="11682413" y="1885950"/>
          <p14:tracePt t="74020" x="11682413" y="1890713"/>
          <p14:tracePt t="74028" x="11677650" y="1890713"/>
          <p14:tracePt t="74031" x="11677650" y="1895475"/>
          <p14:tracePt t="74035" x="11672888" y="1895475"/>
          <p14:tracePt t="74041" x="11672888" y="1900238"/>
          <p14:tracePt t="74047" x="11668125" y="1905000"/>
          <p14:tracePt t="74054" x="11658600" y="1909763"/>
          <p14:tracePt t="74061" x="11658600" y="1914525"/>
          <p14:tracePt t="74068" x="11653838" y="1919288"/>
          <p14:tracePt t="74076" x="11653838" y="1928813"/>
          <p14:tracePt t="74083" x="11649075" y="1933575"/>
          <p14:tracePt t="74090" x="11649075" y="1938338"/>
          <p14:tracePt t="74097" x="11644313" y="1947863"/>
          <p14:tracePt t="74103" x="11644313" y="1952625"/>
          <p14:tracePt t="74111" x="11644313" y="1962150"/>
          <p14:tracePt t="74118" x="11644313" y="1966913"/>
          <p14:tracePt t="74125" x="11644313" y="1971675"/>
          <p14:tracePt t="74131" x="11644313" y="1985963"/>
          <p14:tracePt t="74139" x="11644313" y="1990725"/>
          <p14:tracePt t="74146" x="11644313" y="1995488"/>
          <p14:tracePt t="74160" x="11644313" y="2019300"/>
          <p14:tracePt t="74168" x="11644313" y="2028825"/>
          <p14:tracePt t="74173" x="11649075" y="2033588"/>
          <p14:tracePt t="74179" x="11649075" y="2047875"/>
          <p14:tracePt t="74187" x="11663363" y="2062163"/>
          <p14:tracePt t="74195" x="11672888" y="2076450"/>
          <p14:tracePt t="74201" x="11672888" y="2081213"/>
          <p14:tracePt t="74207" x="11682413" y="2090738"/>
          <p14:tracePt t="74215" x="11691938" y="2100263"/>
          <p14:tracePt t="74222" x="11701463" y="2105025"/>
          <p14:tracePt t="74222" x="11706225" y="2109788"/>
          <p14:tracePt t="74235" x="11715750" y="2114550"/>
          <p14:tracePt t="74242" x="11725275" y="2119313"/>
          <p14:tracePt t="74249" x="11730038" y="2124075"/>
          <p14:tracePt t="74256" x="11734800" y="2124075"/>
          <p14:tracePt t="74264" x="11744325" y="2128838"/>
          <p14:tracePt t="74271" x="11749088" y="2128838"/>
          <p14:tracePt t="74277" x="11753850" y="2133600"/>
          <p14:tracePt t="74285" x="11758613" y="2133600"/>
          <p14:tracePt t="74290" x="11768138" y="2138363"/>
          <p14:tracePt t="74297" x="11772900" y="2138363"/>
          <p14:tracePt t="74300" x="11777663" y="2138363"/>
          <p14:tracePt t="74304" x="11782425" y="2138363"/>
          <p14:tracePt t="74312" x="11796713" y="2138363"/>
          <p14:tracePt t="74319" x="11806238" y="2138363"/>
          <p14:tracePt t="74325" x="11811000" y="2138363"/>
          <p14:tracePt t="74332" x="11825288" y="2138363"/>
          <p14:tracePt t="74339" x="11834813" y="2138363"/>
          <p14:tracePt t="74347" x="11844338" y="2138363"/>
          <p14:tracePt t="74354" x="11853863" y="2138363"/>
          <p14:tracePt t="74360" x="11858625" y="2138363"/>
          <p14:tracePt t="74367" x="11872913" y="2138363"/>
          <p14:tracePt t="74374" x="11887200" y="2133600"/>
          <p14:tracePt t="74381" x="11891963" y="2128838"/>
          <p14:tracePt t="74383" x="11896725" y="2128838"/>
          <p14:tracePt t="74390" x="11896725" y="2124075"/>
          <p14:tracePt t="74395" x="11901488" y="2124075"/>
          <p14:tracePt t="74402" x="11906250" y="2114550"/>
          <p14:tracePt t="74409" x="11906250" y="2109788"/>
          <p14:tracePt t="74416" x="11911013" y="2105025"/>
          <p14:tracePt t="74423" x="11915775" y="2095500"/>
          <p14:tracePt t="74429" x="11915775" y="2090738"/>
          <p14:tracePt t="74436" x="11920538" y="2085975"/>
          <p14:tracePt t="74445" x="11925300" y="2081213"/>
          <p14:tracePt t="74451" x="11930063" y="2071688"/>
          <p14:tracePt t="74457" x="11930063" y="2066925"/>
          <p14:tracePt t="74464" x="11930063" y="2062163"/>
          <p14:tracePt t="74471" x="11934825" y="2052638"/>
          <p14:tracePt t="74479" x="11934825" y="2047875"/>
          <p14:tracePt t="74492" x="11934825" y="2043113"/>
          <p14:tracePt t="74499" x="11934825" y="2033588"/>
          <p14:tracePt t="74506" x="11934825" y="2028825"/>
          <p14:tracePt t="74515" x="11934825" y="2024063"/>
          <p14:tracePt t="74522" x="11934825" y="2014538"/>
          <p14:tracePt t="74531" x="11934825" y="2009775"/>
          <p14:tracePt t="74538" x="11934825" y="2005013"/>
          <p14:tracePt t="74546" x="11934825" y="2000250"/>
          <p14:tracePt t="74550" x="11934825" y="1995488"/>
          <p14:tracePt t="74555" x="11934825" y="1990725"/>
          <p14:tracePt t="74569" x="11934825" y="1981200"/>
          <p14:tracePt t="74576" x="11930063" y="1976438"/>
          <p14:tracePt t="74583" x="11930063" y="1971675"/>
          <p14:tracePt t="74589" x="11925300" y="1966913"/>
          <p14:tracePt t="74591" x="11925300" y="1962150"/>
          <p14:tracePt t="74596" x="11920538" y="1962150"/>
          <p14:tracePt t="74603" x="11911013" y="1952625"/>
          <p14:tracePt t="74611" x="11896725" y="1943100"/>
          <p14:tracePt t="74617" x="11891963" y="1938338"/>
          <p14:tracePt t="74625" x="11877675" y="1928813"/>
          <p14:tracePt t="74626" x="11872913" y="1928813"/>
          <p14:tracePt t="74631" x="11863388" y="1924050"/>
          <p14:tracePt t="74637" x="11858625" y="1919288"/>
          <p14:tracePt t="74638" x="11853863" y="1919288"/>
          <p14:tracePt t="74645" x="11849100" y="1914525"/>
          <p14:tracePt t="74651" x="11844338" y="1914525"/>
          <p14:tracePt t="74659" x="11839575" y="1905000"/>
          <p14:tracePt t="74670" x="11839575" y="1900238"/>
          <p14:tracePt t="74675" x="11834813" y="1900238"/>
          <p14:tracePt t="74682" x="11834813" y="1895475"/>
          <p14:tracePt t="74686" x="11830050" y="1895475"/>
          <p14:tracePt t="74693" x="11830050" y="1890713"/>
          <p14:tracePt t="74700" x="11825288" y="1890713"/>
          <p14:tracePt t="74707" x="11820525" y="1885950"/>
          <p14:tracePt t="74715" x="11811000" y="1876425"/>
          <p14:tracePt t="74722" x="11806238" y="1871663"/>
          <p14:tracePt t="74728" x="11796713" y="1871663"/>
          <p14:tracePt t="74735" x="11787188" y="1862138"/>
          <p14:tracePt t="74742" x="11772900" y="1857375"/>
          <p14:tracePt t="74749" x="11763375" y="1852613"/>
          <p14:tracePt t="74756" x="11758613" y="1852613"/>
          <p14:tracePt t="74762" x="11753850" y="1852613"/>
          <p14:tracePt t="74770" x="11749088" y="1847850"/>
          <p14:tracePt t="74776" x="11744325" y="1847850"/>
          <p14:tracePt t="74784" x="11744325" y="1843088"/>
          <p14:tracePt t="74791" x="11739563" y="1843088"/>
          <p14:tracePt t="74798" x="11734800" y="1843088"/>
          <p14:tracePt t="74806" x="11730038" y="1843088"/>
          <p14:tracePt t="74811" x="11725275" y="1843088"/>
          <p14:tracePt t="74820" x="11720513" y="1843088"/>
          <p14:tracePt t="74826" x="11715750" y="1843088"/>
          <p14:tracePt t="74834" x="11710988" y="1843088"/>
          <p14:tracePt t="74839" x="11706225" y="1843088"/>
          <p14:tracePt t="74847" x="11701463" y="1847850"/>
          <p14:tracePt t="74853" x="11696700" y="1847850"/>
          <p14:tracePt t="74860" x="11687175" y="1857375"/>
          <p14:tracePt t="74867" x="11682413" y="1862138"/>
          <p14:tracePt t="74875" x="11672888" y="1871663"/>
          <p14:tracePt t="74881" x="11668125" y="1871663"/>
          <p14:tracePt t="74887" x="11663363" y="1876425"/>
          <p14:tracePt t="74896" x="11663363" y="1881188"/>
          <p14:tracePt t="74902" x="11658600" y="1890713"/>
          <p14:tracePt t="74908" x="11653838" y="1895475"/>
          <p14:tracePt t="74912" x="11653838" y="1900238"/>
          <p14:tracePt t="74916" x="11649075" y="1905000"/>
          <p14:tracePt t="74922" x="11649075" y="1914525"/>
          <p14:tracePt t="74929" x="11649075" y="1919288"/>
          <p14:tracePt t="74936" x="11644313" y="1924050"/>
          <p14:tracePt t="74944" x="11644313" y="1933575"/>
          <p14:tracePt t="74951" x="11644313" y="1943100"/>
          <p14:tracePt t="74957" x="11644313" y="1947863"/>
          <p14:tracePt t="74958" x="11644313" y="1952625"/>
          <p14:tracePt t="74964" x="11644313" y="1957388"/>
          <p14:tracePt t="74971" x="11644313" y="1966913"/>
          <p14:tracePt t="74979" x="11644313" y="1976438"/>
          <p14:tracePt t="74985" x="11644313" y="1981200"/>
          <p14:tracePt t="74986" x="11644313" y="1985963"/>
          <p14:tracePt t="74992" x="11644313" y="1995488"/>
          <p14:tracePt t="74999" x="11653838" y="2005013"/>
          <p14:tracePt t="75007" x="11663363" y="2019300"/>
          <p14:tracePt t="75013" x="11663363" y="2028825"/>
          <p14:tracePt t="75019" x="11672888" y="2033588"/>
          <p14:tracePt t="75027" x="11682413" y="2047875"/>
          <p14:tracePt t="75034" x="11691938" y="2062163"/>
          <p14:tracePt t="75041" x="11696700" y="2066925"/>
          <p14:tracePt t="75047" x="11701463" y="2071688"/>
          <p14:tracePt t="75054" x="11706225" y="2081213"/>
          <p14:tracePt t="75063" x="11710988" y="2081213"/>
          <p14:tracePt t="75068" x="11715750" y="2085975"/>
          <p14:tracePt t="75075" x="11720513" y="2085975"/>
          <p14:tracePt t="75082" x="11720513" y="2090738"/>
          <p14:tracePt t="75090" x="11725275" y="2090738"/>
          <p14:tracePt t="75122" x="0" y="0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38F6-F75E-928B-533D-F8114F6E9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F537ED-DB29-8F78-F31C-6F385ABD0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 - 1 Verstopper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C658A0-E2A4-AB81-5E7D-148CC3CED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25" y="275161"/>
            <a:ext cx="2120525" cy="53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A7A932-2A78-F908-C9BF-EC4ACD92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15</a:t>
            </a:fld>
            <a:endParaRPr lang="nl-NL" noProof="0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8F82DABD-5CC2-FA06-6911-E331D2ED3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9174085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Variëren per zwerm grootte over alle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omgevings</a:t>
            </a:r>
            <a:r>
              <a:rPr lang="nl-NL" sz="1600" dirty="0">
                <a:solidFill>
                  <a:schemeClr val="bg1"/>
                </a:solidFill>
                <a:latin typeface="Source Sans Pro" panose="020F0502020204030204" pitchFamily="34" charset="0"/>
              </a:rPr>
              <a:t>-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variabelen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F56D464-A3AB-C93A-17F5-60C0C3032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0617" y="1035048"/>
            <a:ext cx="9682291" cy="561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86"/>
    </mc:Choice>
    <mc:Fallback xmlns="">
      <p:transition spd="slow" advTm="2468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8C379-1608-4799-6BA0-4549532E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5FC05-698D-0753-B61C-67827B094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 - 2 Verstoppers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49DA52-F6F9-E6D9-A2D8-4A07926C4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25" y="275161"/>
            <a:ext cx="2120525" cy="53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5738496-83FE-9F8F-C702-33AE8FAFF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955" y="53686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AD5DC7A-A8E6-147D-A552-5DBC339B9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16</a:t>
            </a:fld>
            <a:endParaRPr lang="nl-NL" noProof="0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A93A6A38-4703-3ACA-9DD4-97BA27D26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9174085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Variëren per zwerm grootte over alle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omgevings</a:t>
            </a:r>
            <a:r>
              <a:rPr lang="nl-NL" sz="1600" dirty="0">
                <a:solidFill>
                  <a:schemeClr val="bg1"/>
                </a:solidFill>
                <a:latin typeface="Source Sans Pro" panose="020F0502020204030204" pitchFamily="34" charset="0"/>
              </a:rPr>
              <a:t>-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variabelen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ECD9C4-EF66-3E1B-2E24-8B3A62CB48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59" y="0"/>
            <a:ext cx="12139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7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2"/>
    </mc:Choice>
    <mc:Fallback xmlns="">
      <p:transition spd="slow" advTm="1000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76C1F-D55C-A478-E618-552A4131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914573-4600-17EF-3AC2-46186925D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 - 2 Verstoppers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DBA4AA2-54EE-A27B-5A0B-033A46511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17</a:t>
            </a:fld>
            <a:endParaRPr lang="nl-NL" noProof="0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AEE09615-FFE1-C2FC-EAF2-6E2830183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9174085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Variëren per zwerm grootte over alle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omgevings</a:t>
            </a:r>
            <a:r>
              <a:rPr lang="nl-NL" sz="1600" dirty="0">
                <a:solidFill>
                  <a:schemeClr val="bg1"/>
                </a:solidFill>
                <a:latin typeface="Source Sans Pro" panose="020F0502020204030204" pitchFamily="34" charset="0"/>
              </a:rPr>
              <a:t>-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variabelen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2C62351-C730-ED3B-174C-09F9639DA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0028" y="928622"/>
            <a:ext cx="9693188" cy="5527807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71039694-0DF4-DF7A-F2EC-CE3428AA1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23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0"/>
    </mc:Choice>
    <mc:Fallback xmlns="">
      <p:transition spd="slow" advTm="256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C57E4-60A9-F3FA-92C9-CBAA9728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D84FB3-39FE-CA11-BE38-FC85FFDF5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 - 5 Verstoppers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8C5513-CFBA-1BA5-1DD7-4E221DBA8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25" y="275161"/>
            <a:ext cx="2120525" cy="53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6DDC82A-0C44-5BE2-67A4-3BF3FF917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955" y="53686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33A7F1C-BF06-A166-E0F5-D3FEEB37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18</a:t>
            </a:fld>
            <a:endParaRPr lang="nl-NL" noProof="0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0B804A68-86D7-C439-2648-2610C2BB7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9174085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Variëren per zwerm grootte over alle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omgevings</a:t>
            </a:r>
            <a:r>
              <a:rPr lang="nl-NL" sz="1600" dirty="0">
                <a:solidFill>
                  <a:schemeClr val="bg1"/>
                </a:solidFill>
                <a:latin typeface="Source Sans Pro" panose="020F0502020204030204" pitchFamily="34" charset="0"/>
              </a:rPr>
              <a:t>-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variabelen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A3F19EF-6A9D-CE5E-1312-47060F97F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29" y="0"/>
            <a:ext cx="12139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5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5"/>
    </mc:Choice>
    <mc:Fallback xmlns="">
      <p:transition spd="slow" advTm="985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E7716-4B10-42D6-68D9-EC80DB95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106670-F8CF-A7AC-ACD5-E9FD3D85D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 - 5 Verstoppers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8625C30-119B-3D35-8F71-4BE84BC52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19</a:t>
            </a:fld>
            <a:endParaRPr lang="nl-NL" noProof="0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DC035987-213A-C398-9DC1-67C51B81D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9174085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Variëren per zwerm grootte over alle </a:t>
            </a:r>
            <a:r>
              <a:rPr lang="nl-NL" sz="1600" noProof="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omgevings</a:t>
            </a:r>
            <a:r>
              <a:rPr lang="nl-NL" sz="1600" dirty="0">
                <a:solidFill>
                  <a:schemeClr val="bg1"/>
                </a:solidFill>
                <a:latin typeface="Source Sans Pro" panose="020F0502020204030204" pitchFamily="34" charset="0"/>
              </a:rPr>
              <a:t>-</a:t>
            </a:r>
            <a:r>
              <a:rPr lang="nl-NL" sz="16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variabelen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6DF97C9-E7A4-1E81-3541-059D303B6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7145" y="885673"/>
            <a:ext cx="9843810" cy="5613704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083022D7-0F8D-BA90-A014-8487EDBC4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83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2"/>
    </mc:Choice>
    <mc:Fallback xmlns="">
      <p:transition spd="slow" advTm="1092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17066-B8D6-7EA5-82DE-266455BC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3F971-FE6D-844C-5319-FC6F906A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D68113F-B314-91B4-386D-DA462369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20</a:t>
            </a:fld>
            <a:endParaRPr lang="nl-NL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FA89AFF-1413-9952-F938-5B239E7DA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946" y="1438785"/>
            <a:ext cx="3461883" cy="197423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EC7E7E3-364C-398C-2FC0-AEBC951134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27714" y="1438785"/>
            <a:ext cx="3461883" cy="197423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DE1763B-8058-721F-B766-EF5992D7A5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35186" y="1438785"/>
            <a:ext cx="3461883" cy="197423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C77ADF5-5DD8-922F-302F-B1626BB2BD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93950" y="3748484"/>
            <a:ext cx="3461884" cy="197423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395DECB-B373-43D6-113F-88F297D8CC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32717" y="3748484"/>
            <a:ext cx="3461883" cy="19742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C2C734-04DF-498F-D0EC-DF2F01683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56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16"/>
    </mc:Choice>
    <mc:Fallback xmlns="">
      <p:transition spd="slow" advTm="1661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15F02-690D-72A4-E1A6-07479328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C3595-4F6A-51A8-A8D3-B7686AB87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45848FA-1B51-DF02-EEED-4AB2E905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21</a:t>
            </a:fld>
            <a:endParaRPr lang="nl-NL" noProof="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8C4D857-1929-6596-C3E0-74BB32578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614" y="1035050"/>
            <a:ext cx="10705023" cy="5314950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B4F8D1B-286D-884A-635B-367543C3B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34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372"/>
    </mc:Choice>
    <mc:Fallback xmlns="">
      <p:transition spd="slow" advTm="31372"/>
    </mc:Fallback>
  </mc:AlternateContent>
  <p:extLst>
    <p:ext uri="{3A86A75C-4F4B-4683-9AE1-C65F6400EC91}">
      <p14:laserTraceLst xmlns:p14="http://schemas.microsoft.com/office/powerpoint/2010/main">
        <p14:tracePtLst>
          <p14:tracePt t="7794" x="4090988" y="6096000"/>
          <p14:tracePt t="7814" x="3948113" y="6110288"/>
          <p14:tracePt t="7817" x="3929063" y="6115050"/>
          <p14:tracePt t="7827" x="3867150" y="6119813"/>
          <p14:tracePt t="7831" x="3848100" y="6119813"/>
          <p14:tracePt t="7838" x="3824288" y="6124575"/>
          <p14:tracePt t="7848" x="3800475" y="6129338"/>
          <p14:tracePt t="7853" x="3795713" y="6129338"/>
          <p14:tracePt t="7858" x="3786188" y="6134100"/>
          <p14:tracePt t="7865" x="3786188" y="6138863"/>
          <p14:tracePt t="7872" x="3781425" y="6143625"/>
          <p14:tracePt t="7879" x="3781425" y="6148388"/>
          <p14:tracePt t="7886" x="3781425" y="6153150"/>
          <p14:tracePt t="7894" x="3781425" y="6157913"/>
          <p14:tracePt t="7900" x="3781425" y="6162675"/>
          <p14:tracePt t="7906" x="3781425" y="6167438"/>
          <p14:tracePt t="7914" x="3786188" y="6181725"/>
          <p14:tracePt t="7923" x="3800475" y="6196013"/>
          <p14:tracePt t="7936" x="3833813" y="6219825"/>
          <p14:tracePt t="7943" x="3867150" y="6243638"/>
          <p14:tracePt t="7949" x="3886200" y="6248400"/>
          <p14:tracePt t="7955" x="3948113" y="6276975"/>
          <p14:tracePt t="7962" x="4010025" y="6296025"/>
          <p14:tracePt t="7969" x="4033838" y="6305550"/>
          <p14:tracePt t="7976" x="4114800" y="6324600"/>
          <p14:tracePt t="7983" x="4210050" y="6348413"/>
          <p14:tracePt t="7991" x="4310063" y="6367463"/>
          <p14:tracePt t="7997" x="4348163" y="6367463"/>
          <p14:tracePt t="8004" x="4457700" y="6381750"/>
          <p14:tracePt t="8010" x="4562475" y="6391275"/>
          <p14:tracePt t="8018" x="4676775" y="6405563"/>
          <p14:tracePt t="8025" x="4733925" y="6405563"/>
          <p14:tracePt t="8031" x="4848225" y="6410325"/>
          <p14:tracePt t="8039" x="4972050" y="6410325"/>
          <p14:tracePt t="8047" x="5110163" y="6410325"/>
          <p14:tracePt t="8052" x="5162550" y="6410325"/>
          <p14:tracePt t="8060" x="5286375" y="6410325"/>
          <p14:tracePt t="8066" x="5405438" y="6396038"/>
          <p14:tracePt t="8073" x="5472113" y="6391275"/>
          <p14:tracePt t="8081" x="5581650" y="6372225"/>
          <p14:tracePt t="8087" x="5691188" y="6348413"/>
          <p14:tracePt t="8095" x="5805488" y="6324600"/>
          <p14:tracePt t="8101" x="5862638" y="6315075"/>
          <p14:tracePt t="8102" x="5900738" y="6305550"/>
          <p14:tracePt t="8109" x="5953125" y="6296025"/>
          <p14:tracePt t="8110" x="6010275" y="6276975"/>
          <p14:tracePt t="8115" x="6053138" y="6267450"/>
          <p14:tracePt t="8123" x="6129338" y="6243638"/>
          <p14:tracePt t="8129" x="6176963" y="6234113"/>
          <p14:tracePt t="8130" x="6210300" y="6224588"/>
          <p14:tracePt t="8137" x="6248400" y="6215063"/>
          <p14:tracePt t="8143" x="6319838" y="6200775"/>
          <p14:tracePt t="8150" x="6372225" y="6186488"/>
          <p14:tracePt t="8157" x="6396038" y="6181725"/>
          <p14:tracePt t="8164" x="6443663" y="6167438"/>
          <p14:tracePt t="8171" x="6472238" y="6157913"/>
          <p14:tracePt t="8178" x="6486525" y="6148388"/>
          <p14:tracePt t="8184" x="6486525" y="6143625"/>
          <p14:tracePt t="8191" x="6491288" y="6138863"/>
          <p14:tracePt t="8199" x="6491288" y="6134100"/>
          <p14:tracePt t="8206" x="6491288" y="6129338"/>
          <p14:tracePt t="8219" x="6486525" y="6119813"/>
          <p14:tracePt t="8223" x="6477000" y="6115050"/>
          <p14:tracePt t="8226" x="6472238" y="6110288"/>
          <p14:tracePt t="8233" x="6462713" y="6110288"/>
          <p14:tracePt t="8234" x="6453188" y="6100763"/>
          <p14:tracePt t="8240" x="6438900" y="6096000"/>
          <p14:tracePt t="8242" x="6429375" y="6091238"/>
          <p14:tracePt t="8247" x="6415088" y="6086475"/>
          <p14:tracePt t="8254" x="6372225" y="6076950"/>
          <p14:tracePt t="8261" x="6353175" y="6067425"/>
          <p14:tracePt t="8270" x="6257925" y="6043613"/>
          <p14:tracePt t="8275" x="6224588" y="6038850"/>
          <p14:tracePt t="8281" x="6181725" y="6034088"/>
          <p14:tracePt t="8283" x="6124575" y="6024563"/>
          <p14:tracePt t="8289" x="6072188" y="6015038"/>
          <p14:tracePt t="8295" x="5967413" y="6000750"/>
          <p14:tracePt t="8304" x="5853113" y="5991225"/>
          <p14:tracePt t="8310" x="5734050" y="5981700"/>
          <p14:tracePt t="8317" x="5672138" y="5976938"/>
          <p14:tracePt t="8318" x="5619750" y="5976938"/>
          <p14:tracePt t="8323" x="5557838" y="5972175"/>
          <p14:tracePt t="8330" x="5438775" y="5972175"/>
          <p14:tracePt t="8338" x="5310188" y="5972175"/>
          <p14:tracePt t="8344" x="5257800" y="5972175"/>
          <p14:tracePt t="8351" x="5153025" y="5972175"/>
          <p14:tracePt t="8359" x="5043488" y="5981700"/>
          <p14:tracePt t="8367" x="4943475" y="5991225"/>
          <p14:tracePt t="8372" x="4891088" y="6000750"/>
          <p14:tracePt t="8379" x="4805363" y="6010275"/>
          <p14:tracePt t="8386" x="4729163" y="6024563"/>
          <p14:tracePt t="8393" x="4686300" y="6029325"/>
          <p14:tracePt t="8400" x="4629150" y="6043613"/>
          <p14:tracePt t="8407" x="4581525" y="6053138"/>
          <p14:tracePt t="8414" x="4538663" y="6062663"/>
          <p14:tracePt t="8421" x="4519613" y="6067425"/>
          <p14:tracePt t="8422" x="4505325" y="6067425"/>
          <p14:tracePt t="8428" x="4491038" y="6072188"/>
          <p14:tracePt t="8435" x="4462463" y="6081713"/>
          <p14:tracePt t="8441" x="4448175" y="6081713"/>
          <p14:tracePt t="8449" x="4433888" y="6086475"/>
          <p14:tracePt t="8455" x="4414838" y="6096000"/>
          <p14:tracePt t="8464" x="4405313" y="6096000"/>
          <p14:tracePt t="8469" x="4400550" y="6100763"/>
          <p14:tracePt t="8476" x="4391025" y="6100763"/>
          <p14:tracePt t="8485" x="4386263" y="6110288"/>
          <p14:tracePt t="8490" x="4376738" y="6110288"/>
          <p14:tracePt t="8497" x="4371975" y="6115050"/>
          <p14:tracePt t="8499" x="0" y="0"/>
        </p14:tracePtLst>
        <p14:tracePtLst>
          <p14:tracePt t="9753" x="985838" y="4557713"/>
          <p14:tracePt t="9757" x="985838" y="4552950"/>
          <p14:tracePt t="9844" x="981075" y="4552950"/>
          <p14:tracePt t="9860" x="981075" y="4548188"/>
          <p14:tracePt t="9865" x="981075" y="4543425"/>
          <p14:tracePt t="9873" x="981075" y="4533900"/>
          <p14:tracePt t="9879" x="995363" y="4510088"/>
          <p14:tracePt t="9886" x="995363" y="4500563"/>
          <p14:tracePt t="9887" x="1000125" y="4481513"/>
          <p14:tracePt t="9893" x="1004888" y="4471988"/>
          <p14:tracePt t="9900" x="1014413" y="4433888"/>
          <p14:tracePt t="9907" x="1019175" y="4395788"/>
          <p14:tracePt t="9914" x="1023938" y="4352925"/>
          <p14:tracePt t="9922" x="1028700" y="4319588"/>
          <p14:tracePt t="9923" x="1028700" y="4291013"/>
          <p14:tracePt t="9927" x="1033463" y="4262438"/>
          <p14:tracePt t="9934" x="1038225" y="4186238"/>
          <p14:tracePt t="9941" x="1042988" y="4148138"/>
          <p14:tracePt t="9949" x="1047750" y="4076700"/>
          <p14:tracePt t="9955" x="1052513" y="3990975"/>
          <p14:tracePt t="9962" x="1057275" y="3914775"/>
          <p14:tracePt t="9969" x="1057275" y="3871913"/>
          <p14:tracePt t="9976" x="1057275" y="3781425"/>
          <p14:tracePt t="9984" x="1052513" y="3709988"/>
          <p14:tracePt t="9991" x="1042988" y="3633788"/>
          <p14:tracePt t="9997" x="1033463" y="3581400"/>
          <p14:tracePt t="10004" x="1023938" y="3519488"/>
          <p14:tracePt t="10011" x="1009650" y="3462338"/>
          <p14:tracePt t="10019" x="990600" y="3400425"/>
          <p14:tracePt t="10025" x="981075" y="3381375"/>
          <p14:tracePt t="10031" x="962025" y="3328988"/>
          <p14:tracePt t="10039" x="938213" y="3271838"/>
          <p14:tracePt t="10047" x="914400" y="3233738"/>
          <p14:tracePt t="10053" x="904875" y="3214688"/>
          <p14:tracePt t="10059" x="885825" y="3181350"/>
          <p14:tracePt t="10068" x="866775" y="3143250"/>
          <p14:tracePt t="10074" x="852488" y="3114675"/>
          <p14:tracePt t="10081" x="842963" y="3100388"/>
          <p14:tracePt t="10087" x="828675" y="3076575"/>
          <p14:tracePt t="10095" x="814388" y="3048000"/>
          <p14:tracePt t="10101" x="804863" y="3043238"/>
          <p14:tracePt t="10108" x="790575" y="3024188"/>
          <p14:tracePt t="10115" x="781050" y="3009900"/>
          <p14:tracePt t="10122" x="776288" y="3005138"/>
          <p14:tracePt t="10122" x="771525" y="3000375"/>
          <p14:tracePt t="10129" x="771525" y="2995613"/>
          <p14:tracePt t="10136" x="766763" y="2990850"/>
          <p14:tracePt t="10143" x="757238" y="2986088"/>
          <p14:tracePt t="10185" x="752475" y="2986088"/>
          <p14:tracePt t="10195" x="742950" y="2990850"/>
          <p14:tracePt t="10199" x="738188" y="3005138"/>
          <p14:tracePt t="10205" x="728663" y="3014663"/>
          <p14:tracePt t="10208" x="719138" y="3028950"/>
          <p14:tracePt t="10212" x="709613" y="3052763"/>
          <p14:tracePt t="10219" x="671513" y="3095625"/>
          <p14:tracePt t="10226" x="628650" y="3152775"/>
          <p14:tracePt t="10233" x="609600" y="3186113"/>
          <p14:tracePt t="10241" x="566738" y="3252788"/>
          <p14:tracePt t="10247" x="528638" y="3324225"/>
          <p14:tracePt t="10255" x="485775" y="3414713"/>
          <p14:tracePt t="10261" x="466725" y="3457575"/>
          <p14:tracePt t="10268" x="433388" y="3548063"/>
          <p14:tracePt t="10275" x="404813" y="3638550"/>
          <p14:tracePt t="10282" x="371475" y="3733800"/>
          <p14:tracePt t="10289" x="361950" y="3776663"/>
          <p14:tracePt t="10290" x="352425" y="3829050"/>
          <p14:tracePt t="10296" x="347663" y="3867150"/>
          <p14:tracePt t="10304" x="347663" y="3943350"/>
          <p14:tracePt t="10310" x="347663" y="4010025"/>
          <p14:tracePt t="10318" x="357188" y="4062413"/>
          <p14:tracePt t="10323" x="361950" y="4090988"/>
          <p14:tracePt t="10330" x="371475" y="4124325"/>
          <p14:tracePt t="10337" x="381000" y="4133850"/>
          <p14:tracePt t="10338" x="390525" y="4152900"/>
          <p14:tracePt t="10345" x="390525" y="4162425"/>
          <p14:tracePt t="10352" x="404813" y="4181475"/>
          <p14:tracePt t="10359" x="414338" y="4200525"/>
          <p14:tracePt t="10365" x="419100" y="4205288"/>
          <p14:tracePt t="10366" x="428625" y="4214813"/>
          <p14:tracePt t="10372" x="428625" y="4219575"/>
          <p14:tracePt t="10379" x="433388" y="4229100"/>
          <p14:tracePt t="10386" x="442913" y="4243388"/>
          <p14:tracePt t="10393" x="447675" y="4248150"/>
          <p14:tracePt t="10402" x="452438" y="4257675"/>
          <p14:tracePt t="10403" x="457200" y="4257675"/>
          <p14:tracePt t="10407" x="457200" y="4267200"/>
          <p14:tracePt t="10415" x="466725" y="4271963"/>
          <p14:tracePt t="10421" x="466725" y="4276725"/>
          <p14:tracePt t="10427" x="476250" y="4281488"/>
          <p14:tracePt t="10435" x="481013" y="4291013"/>
          <p14:tracePt t="10441" x="481013" y="4295775"/>
          <p14:tracePt t="10449" x="485775" y="4300538"/>
          <p14:tracePt t="10455" x="485775" y="4305300"/>
          <p14:tracePt t="10485" x="490538" y="4305300"/>
          <p14:tracePt t="10517" x="495300" y="4305300"/>
          <p14:tracePt t="10531" x="495300" y="4310063"/>
          <p14:tracePt t="10535" x="500063" y="4310063"/>
          <p14:tracePt t="10617" x="0" y="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F4CC7-57EC-C9CE-7F4B-249BD8C0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8C3FCF-886E-F7B7-33D3-2E4017BB5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36079E3-C6AE-65E3-8F5C-4156FFF3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22</a:t>
            </a:fld>
            <a:endParaRPr lang="nl-NL" noProof="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E47BB-375D-F490-51D5-57F589DC9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712" t="14954" r="20966"/>
          <a:stretch>
            <a:fillRect/>
          </a:stretch>
        </p:blipFill>
        <p:spPr>
          <a:xfrm>
            <a:off x="273425" y="4506685"/>
            <a:ext cx="3509306" cy="194491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C6D0671-4E36-4297-C002-17368A4E1B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385" t="14954" r="21293"/>
          <a:stretch>
            <a:fillRect/>
          </a:stretch>
        </p:blipFill>
        <p:spPr>
          <a:xfrm>
            <a:off x="8318089" y="4506685"/>
            <a:ext cx="3509305" cy="194491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743219C-0D06-70D2-4829-8E8591D628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875" t="14954" r="20750"/>
          <a:stretch>
            <a:fillRect/>
          </a:stretch>
        </p:blipFill>
        <p:spPr>
          <a:xfrm>
            <a:off x="4271555" y="4506685"/>
            <a:ext cx="3557710" cy="1944914"/>
          </a:xfrm>
          <a:prstGeom prst="rect">
            <a:avLst/>
          </a:prstGeom>
        </p:spPr>
      </p:pic>
      <p:sp>
        <p:nvSpPr>
          <p:cNvPr id="11" name="Ondertitel 2">
            <a:extLst>
              <a:ext uri="{FF2B5EF4-FFF2-40B4-BE49-F238E27FC236}">
                <a16:creationId xmlns:a16="http://schemas.microsoft.com/office/drawing/2014/main" id="{190BA2CB-731E-E9AF-7523-3CD8D113F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5140" y="4189620"/>
            <a:ext cx="1405877" cy="368333"/>
          </a:xfrm>
        </p:spPr>
        <p:txBody>
          <a:bodyPr>
            <a:noAutofit/>
          </a:bodyPr>
          <a:lstStyle/>
          <a:p>
            <a:r>
              <a:rPr lang="nl-NL" sz="16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Low </a:t>
            </a:r>
            <a:r>
              <a:rPr lang="nl-NL" sz="16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variance</a:t>
            </a:r>
            <a:endParaRPr lang="nl-NL" sz="1600" noProof="0" dirty="0">
              <a:solidFill>
                <a:schemeClr val="bg1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D13E0E66-A176-8994-3284-92CAC2CAAB86}"/>
              </a:ext>
            </a:extLst>
          </p:cNvPr>
          <p:cNvSpPr txBox="1">
            <a:spLocks/>
          </p:cNvSpPr>
          <p:nvPr/>
        </p:nvSpPr>
        <p:spPr>
          <a:xfrm>
            <a:off x="5136547" y="4189620"/>
            <a:ext cx="1918903" cy="368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High </a:t>
            </a:r>
            <a:r>
              <a:rPr lang="nl-NL" sz="1600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variance</a:t>
            </a:r>
            <a:endParaRPr lang="nl-NL" sz="1600" dirty="0">
              <a:solidFill>
                <a:schemeClr val="bg1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3" name="Ondertitel 2">
            <a:extLst>
              <a:ext uri="{FF2B5EF4-FFF2-40B4-BE49-F238E27FC236}">
                <a16:creationId xmlns:a16="http://schemas.microsoft.com/office/drawing/2014/main" id="{9E976147-786C-7784-46A8-997B5B85A3D4}"/>
              </a:ext>
            </a:extLst>
          </p:cNvPr>
          <p:cNvSpPr txBox="1">
            <a:spLocks/>
          </p:cNvSpPr>
          <p:nvPr/>
        </p:nvSpPr>
        <p:spPr>
          <a:xfrm>
            <a:off x="9369803" y="4189620"/>
            <a:ext cx="1405877" cy="368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Skewed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7A368A-F9B9-F1DE-C991-D2A5311B89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r="20800"/>
          <a:stretch>
            <a:fillRect/>
          </a:stretch>
        </p:blipFill>
        <p:spPr>
          <a:xfrm>
            <a:off x="3439576" y="803699"/>
            <a:ext cx="5312847" cy="333050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B3E5BFC-59B3-441B-51C8-669B7C975B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79158" t="12650" r="-1110" b="65439"/>
          <a:stretch>
            <a:fillRect/>
          </a:stretch>
        </p:blipFill>
        <p:spPr>
          <a:xfrm>
            <a:off x="8752423" y="2646492"/>
            <a:ext cx="3002134" cy="1487714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37628FD-9A9D-8A5A-A558-C02931557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49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518"/>
    </mc:Choice>
    <mc:Fallback xmlns="">
      <p:transition spd="slow" advTm="27518"/>
    </mc:Fallback>
  </mc:AlternateContent>
  <p:extLst>
    <p:ext uri="{3A86A75C-4F4B-4683-9AE1-C65F6400EC91}">
      <p14:laserTraceLst xmlns:p14="http://schemas.microsoft.com/office/powerpoint/2010/main">
        <p14:tracePtLst>
          <p14:tracePt t="4800" x="6286500" y="766763"/>
          <p14:tracePt t="4801" x="6262688" y="757238"/>
          <p14:tracePt t="4804" x="6234113" y="747713"/>
          <p14:tracePt t="4811" x="6191250" y="723900"/>
          <p14:tracePt t="4818" x="6162675" y="714375"/>
          <p14:tracePt t="4824" x="6119813" y="704850"/>
          <p14:tracePt t="4832" x="6062663" y="690563"/>
          <p14:tracePt t="4839" x="6000750" y="681038"/>
          <p14:tracePt t="4846" x="5967413" y="676275"/>
          <p14:tracePt t="4854" x="5900738" y="671513"/>
          <p14:tracePt t="4860" x="5829300" y="666750"/>
          <p14:tracePt t="4868" x="5738813" y="666750"/>
          <p14:tracePt t="4874" x="5686425" y="666750"/>
          <p14:tracePt t="4880" x="5605463" y="666750"/>
          <p14:tracePt t="4887" x="5510213" y="666750"/>
          <p14:tracePt t="4894" x="5443538" y="666750"/>
          <p14:tracePt t="4902" x="5338763" y="666750"/>
          <p14:tracePt t="4908" x="5219700" y="676275"/>
          <p14:tracePt t="4915" x="5081588" y="695325"/>
          <p14:tracePt t="4922" x="5019675" y="704850"/>
          <p14:tracePt t="4929" x="4881563" y="728663"/>
          <p14:tracePt t="4936" x="4752975" y="757238"/>
          <p14:tracePt t="4944" x="4633913" y="790575"/>
          <p14:tracePt t="4950" x="4576763" y="814388"/>
          <p14:tracePt t="4957" x="4452938" y="862013"/>
          <p14:tracePt t="4964" x="4333875" y="904875"/>
          <p14:tracePt t="4970" x="4257675" y="942975"/>
          <p14:tracePt t="4972" x="4205288" y="962025"/>
          <p14:tracePt t="4978" x="4133850" y="1004888"/>
          <p14:tracePt t="4984" x="4029075" y="1066800"/>
          <p14:tracePt t="4991" x="3924300" y="1138238"/>
          <p14:tracePt t="4999" x="3838575" y="1204913"/>
          <p14:tracePt t="5005" x="3781425" y="1257300"/>
          <p14:tracePt t="5012" x="3700463" y="1333500"/>
          <p14:tracePt t="5020" x="3619500" y="1423988"/>
          <p14:tracePt t="5027" x="3543300" y="1509713"/>
          <p14:tracePt t="5033" x="3509963" y="1557338"/>
          <p14:tracePt t="5035" x="3462338" y="1609725"/>
          <p14:tracePt t="5040" x="3433763" y="1657350"/>
          <p14:tracePt t="5048" x="3376613" y="1747838"/>
          <p14:tracePt t="5054" x="3343275" y="1804988"/>
          <p14:tracePt t="5062" x="3295650" y="1905000"/>
          <p14:tracePt t="5063" x="3276600" y="1957388"/>
          <p14:tracePt t="5068" x="3262313" y="2024063"/>
          <p14:tracePt t="5076" x="3248025" y="2133600"/>
          <p14:tracePt t="5082" x="3243263" y="2181225"/>
          <p14:tracePt t="5088" x="3243263" y="2328863"/>
          <p14:tracePt t="5096" x="3243263" y="2438400"/>
          <p14:tracePt t="5102" x="3252788" y="2519363"/>
          <p14:tracePt t="5110" x="3290888" y="2676525"/>
          <p14:tracePt t="5111" x="3338513" y="2805113"/>
          <p14:tracePt t="5116" x="3390900" y="2928938"/>
          <p14:tracePt t="5123" x="3495675" y="3162300"/>
          <p14:tracePt t="5131" x="3686175" y="3467100"/>
          <p14:tracePt t="5137" x="3776663" y="3595688"/>
          <p14:tracePt t="5144" x="4029075" y="3900488"/>
          <p14:tracePt t="5152" x="4314825" y="4191000"/>
          <p14:tracePt t="5159" x="4610100" y="4429125"/>
          <p14:tracePt t="5165" x="4738688" y="4529138"/>
          <p14:tracePt t="5172" x="5072063" y="4729163"/>
          <p14:tracePt t="5180" x="5434013" y="4891088"/>
          <p14:tracePt t="5186" x="5538788" y="4933950"/>
          <p14:tracePt t="5193" x="5886450" y="5024438"/>
          <p14:tracePt t="5200" x="6176963" y="5081588"/>
          <p14:tracePt t="5207" x="6391275" y="5105400"/>
          <p14:tracePt t="5214" x="6734175" y="5138738"/>
          <p14:tracePt t="5215" x="6929438" y="5148263"/>
          <p14:tracePt t="5221" x="7110413" y="5148263"/>
          <p14:tracePt t="5228" x="7467600" y="5133975"/>
          <p14:tracePt t="5236" x="7815263" y="5076825"/>
          <p14:tracePt t="5241" x="7958138" y="5043488"/>
          <p14:tracePt t="5248" x="8343900" y="4929188"/>
          <p14:tracePt t="5255" x="8620125" y="4833938"/>
          <p14:tracePt t="5262" x="8805863" y="4757738"/>
          <p14:tracePt t="5263" x="8958263" y="4681538"/>
          <p14:tracePt t="5269" x="9067800" y="4619625"/>
          <p14:tracePt t="5276" x="9339263" y="4448175"/>
          <p14:tracePt t="5283" x="9572625" y="4286250"/>
          <p14:tracePt t="5290" x="9667875" y="4224338"/>
          <p14:tracePt t="5297" x="9848850" y="4095750"/>
          <p14:tracePt t="5311" x="10129838" y="3890963"/>
          <p14:tracePt t="5318" x="10191750" y="3838575"/>
          <p14:tracePt t="5319" x="10220325" y="3800475"/>
          <p14:tracePt t="5325" x="10272713" y="3738563"/>
          <p14:tracePt t="5331" x="10339388" y="3614738"/>
          <p14:tracePt t="5339" x="10387013" y="3509963"/>
          <p14:tracePt t="5346" x="10396538" y="3457575"/>
          <p14:tracePt t="5347" x="10410825" y="3390900"/>
          <p14:tracePt t="5352" x="10425113" y="3305175"/>
          <p14:tracePt t="5359" x="10429875" y="3171825"/>
          <p14:tracePt t="5367" x="10429875" y="3033713"/>
          <p14:tracePt t="5373" x="10429875" y="2952750"/>
          <p14:tracePt t="5380" x="10420350" y="2828925"/>
          <p14:tracePt t="5387" x="10396538" y="2700338"/>
          <p14:tracePt t="5394" x="10382250" y="2638425"/>
          <p14:tracePt t="5401" x="10339388" y="2514600"/>
          <p14:tracePt t="5408" x="10287000" y="2400300"/>
          <p14:tracePt t="5416" x="10225088" y="2290763"/>
          <p14:tracePt t="5422" x="10191750" y="2238375"/>
          <p14:tracePt t="5429" x="10139363" y="2147888"/>
          <p14:tracePt t="5435" x="10072688" y="2062163"/>
          <p14:tracePt t="5444" x="10001250" y="1966913"/>
          <p14:tracePt t="5450" x="9958388" y="1914525"/>
          <p14:tracePt t="5457" x="9848850" y="1809750"/>
          <p14:tracePt t="5464" x="9691688" y="1690688"/>
          <p14:tracePt t="5470" x="9610725" y="1628775"/>
          <p14:tracePt t="5477" x="9391650" y="1495425"/>
          <p14:tracePt t="5479" x="9244013" y="1419225"/>
          <p14:tracePt t="5486" x="9129713" y="1362075"/>
          <p14:tracePt t="5493" x="8920163" y="1262063"/>
          <p14:tracePt t="5499" x="8677275" y="1152525"/>
          <p14:tracePt t="5505" x="8543925" y="1104900"/>
          <p14:tracePt t="5507" x="8472488" y="1076325"/>
          <p14:tracePt t="5512" x="8315325" y="1019175"/>
          <p14:tracePt t="5520" x="8105775" y="952500"/>
          <p14:tracePt t="5526" x="7991475" y="923925"/>
          <p14:tracePt t="5533" x="7734300" y="866775"/>
          <p14:tracePt t="5541" x="7539038" y="833438"/>
          <p14:tracePt t="5548" x="7348538" y="819150"/>
          <p14:tracePt t="5554" x="7253288" y="814388"/>
          <p14:tracePt t="5560" x="7072313" y="814388"/>
          <p14:tracePt t="5569" x="6886575" y="814388"/>
          <p14:tracePt t="5575" x="6653213" y="814388"/>
          <p14:tracePt t="5582" x="6586538" y="814388"/>
          <p14:tracePt t="5589" x="6419850" y="814388"/>
          <p14:tracePt t="5595" x="6286500" y="819150"/>
          <p14:tracePt t="5602" x="6229350" y="823913"/>
          <p14:tracePt t="5604" x="6172200" y="828675"/>
          <p14:tracePt t="5609" x="6091238" y="842963"/>
          <p14:tracePt t="5617" x="5972175" y="857250"/>
          <p14:tracePt t="5620" x="5919788" y="866775"/>
          <p14:tracePt t="5623" x="5872163" y="876300"/>
          <p14:tracePt t="5630" x="5819775" y="895350"/>
          <p14:tracePt t="5631" x="5762625" y="909638"/>
          <p14:tracePt t="5638" x="5719763" y="923925"/>
          <p14:tracePt t="5644" x="5629275" y="962025"/>
          <p14:tracePt t="5652" x="5548313" y="1000125"/>
          <p14:tracePt t="5658" x="5514975" y="1023938"/>
          <p14:tracePt t="5665" x="5438775" y="1071563"/>
          <p14:tracePt t="5672" x="5362575" y="1128713"/>
          <p14:tracePt t="5681" x="5291138" y="1181100"/>
          <p14:tracePt t="5686" x="5253038" y="1219200"/>
          <p14:tracePt t="5693" x="5186363" y="1271588"/>
          <p14:tracePt t="5700" x="5114925" y="1343025"/>
          <p14:tracePt t="5707" x="5057775" y="1404938"/>
          <p14:tracePt t="5714" x="5019675" y="1438275"/>
          <p14:tracePt t="5715" x="4991100" y="1476375"/>
          <p14:tracePt t="5721" x="4953000" y="1509713"/>
          <p14:tracePt t="5728" x="4886325" y="1585913"/>
          <p14:tracePt t="5736" x="4824413" y="1657350"/>
          <p14:tracePt t="5741" x="4800600" y="1695450"/>
          <p14:tracePt t="5748" x="4752975" y="1762125"/>
          <p14:tracePt t="5755" x="4710113" y="1824038"/>
          <p14:tracePt t="5762" x="4695825" y="1843088"/>
          <p14:tracePt t="5769" x="4662488" y="1895475"/>
          <p14:tracePt t="5776" x="4633913" y="1943100"/>
          <p14:tracePt t="5785" x="4614863" y="1995488"/>
          <p14:tracePt t="5790" x="4600575" y="2024063"/>
          <p14:tracePt t="5797" x="4581525" y="2076450"/>
          <p14:tracePt t="5804" x="4552950" y="2147888"/>
          <p14:tracePt t="5811" x="4529138" y="2200275"/>
          <p14:tracePt t="5818" x="4514850" y="2233613"/>
          <p14:tracePt t="5825" x="4495800" y="2286000"/>
          <p14:tracePt t="5832" x="4481513" y="2328863"/>
          <p14:tracePt t="5838" x="4481513" y="2343150"/>
          <p14:tracePt t="5839" x="4471988" y="2362200"/>
          <p14:tracePt t="5847" x="4457700" y="2395538"/>
          <p14:tracePt t="5852" x="4457700" y="2405063"/>
          <p14:tracePt t="5859" x="4448175" y="2428875"/>
          <p14:tracePt t="5866" x="4443413" y="2443163"/>
          <p14:tracePt t="5874" x="4438650" y="2466975"/>
          <p14:tracePt t="5876" x="4433888" y="2476500"/>
          <p14:tracePt t="5881" x="4433888" y="2486025"/>
          <p14:tracePt t="5887" x="4429125" y="2505075"/>
          <p14:tracePt t="5894" x="4429125" y="2519363"/>
          <p14:tracePt t="5902" x="4429125" y="2543175"/>
          <p14:tracePt t="5903" x="4429125" y="2547938"/>
          <p14:tracePt t="5908" x="4429125" y="2557463"/>
          <p14:tracePt t="5915" x="4429125" y="2571750"/>
          <p14:tracePt t="5922" x="4429125" y="2576513"/>
          <p14:tracePt t="5928" x="4429125" y="2586038"/>
          <p14:tracePt t="5936" x="4433888" y="2590800"/>
          <p14:tracePt t="5943" x="4438650" y="2595563"/>
          <p14:tracePt t="5950" x="4443413" y="2600325"/>
          <p14:tracePt t="5951" x="4448175" y="2605088"/>
          <p14:tracePt t="5957" x="4448175" y="2609850"/>
          <p14:tracePt t="5963" x="4457700" y="2619375"/>
          <p14:tracePt t="5971" x="4471988" y="2628900"/>
          <p14:tracePt t="5977" x="4476750" y="2633663"/>
          <p14:tracePt t="5984" x="4481513" y="2643188"/>
          <p14:tracePt t="5991" x="4481513" y="2652713"/>
          <p14:tracePt t="5999" x="4486275" y="2657475"/>
          <p14:tracePt t="6165" x="0" y="0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F4CC7-57EC-C9CE-7F4B-249BD8C0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8C3FCF-886E-F7B7-33D3-2E4017BB5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Resultaten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36079E3-C6AE-65E3-8F5C-4156FFF3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23</a:t>
            </a:fld>
            <a:endParaRPr lang="nl-NL" noProof="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37628FD-9A9D-8A5A-A558-C02931557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ndertitel 3">
            <a:extLst>
              <a:ext uri="{FF2B5EF4-FFF2-40B4-BE49-F238E27FC236}">
                <a16:creationId xmlns:a16="http://schemas.microsoft.com/office/drawing/2014/main" id="{10A58799-F8DF-2713-03F2-CC2E15BB77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101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10"/>
    </mc:Choice>
    <mc:Fallback xmlns="">
      <p:transition spd="slow" advTm="1231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6BE4A-CF32-AEDE-FE7E-9A4EE0B8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0AD6B-BB8F-B031-A900-46B571A1E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Discussie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EED55D7-9E81-8B52-0A8D-2ED977448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24</a:t>
            </a:fld>
            <a:endParaRPr lang="nl-NL" noProof="0" dirty="0"/>
          </a:p>
        </p:txBody>
      </p:sp>
      <p:grpSp>
        <p:nvGrpSpPr>
          <p:cNvPr id="1241" name="Groep 1240">
            <a:extLst>
              <a:ext uri="{FF2B5EF4-FFF2-40B4-BE49-F238E27FC236}">
                <a16:creationId xmlns:a16="http://schemas.microsoft.com/office/drawing/2014/main" id="{7C74F619-27D1-056B-E3A1-B643C7D92E98}"/>
              </a:ext>
            </a:extLst>
          </p:cNvPr>
          <p:cNvGrpSpPr/>
          <p:nvPr/>
        </p:nvGrpSpPr>
        <p:grpSpPr>
          <a:xfrm>
            <a:off x="6750813" y="3847520"/>
            <a:ext cx="1899239" cy="1896921"/>
            <a:chOff x="6750813" y="3847520"/>
            <a:chExt cx="1899239" cy="1896921"/>
          </a:xfrm>
          <a:noFill/>
        </p:grpSpPr>
        <p:grpSp>
          <p:nvGrpSpPr>
            <p:cNvPr id="1159" name="Groep 1158">
              <a:extLst>
                <a:ext uri="{FF2B5EF4-FFF2-40B4-BE49-F238E27FC236}">
                  <a16:creationId xmlns:a16="http://schemas.microsoft.com/office/drawing/2014/main" id="{C9C8F970-4AF1-3E78-DC47-4EDC6EF160BA}"/>
                </a:ext>
              </a:extLst>
            </p:cNvPr>
            <p:cNvGrpSpPr/>
            <p:nvPr/>
          </p:nvGrpSpPr>
          <p:grpSpPr>
            <a:xfrm>
              <a:off x="6750813" y="3847520"/>
              <a:ext cx="1899239" cy="1896921"/>
              <a:chOff x="7621549" y="2499622"/>
              <a:chExt cx="1745280" cy="1743150"/>
            </a:xfrm>
            <a:grpFill/>
          </p:grpSpPr>
          <p:grpSp>
            <p:nvGrpSpPr>
              <p:cNvPr id="1119" name="Groep 1118">
                <a:extLst>
                  <a:ext uri="{FF2B5EF4-FFF2-40B4-BE49-F238E27FC236}">
                    <a16:creationId xmlns:a16="http://schemas.microsoft.com/office/drawing/2014/main" id="{AE32FEB8-3E25-A45A-C229-B83389096E18}"/>
                  </a:ext>
                </a:extLst>
              </p:cNvPr>
              <p:cNvGrpSpPr/>
              <p:nvPr/>
            </p:nvGrpSpPr>
            <p:grpSpPr>
              <a:xfrm>
                <a:off x="7621549" y="2499622"/>
                <a:ext cx="1745280" cy="1743150"/>
                <a:chOff x="3234863" y="1367836"/>
                <a:chExt cx="1806692" cy="1804487"/>
              </a:xfrm>
              <a:grpFill/>
            </p:grpSpPr>
            <p:grpSp>
              <p:nvGrpSpPr>
                <p:cNvPr id="1127" name="Groep 1126">
                  <a:extLst>
                    <a:ext uri="{FF2B5EF4-FFF2-40B4-BE49-F238E27FC236}">
                      <a16:creationId xmlns:a16="http://schemas.microsoft.com/office/drawing/2014/main" id="{7E10472E-393A-096B-4D81-C8130B356AD8}"/>
                    </a:ext>
                  </a:extLst>
                </p:cNvPr>
                <p:cNvGrpSpPr/>
                <p:nvPr/>
              </p:nvGrpSpPr>
              <p:grpSpPr>
                <a:xfrm>
                  <a:off x="3234863" y="1367836"/>
                  <a:ext cx="1806692" cy="1804487"/>
                  <a:chOff x="8207125" y="2734255"/>
                  <a:chExt cx="3396345" cy="3392199"/>
                </a:xfrm>
                <a:grpFill/>
              </p:grpSpPr>
              <p:sp>
                <p:nvSpPr>
                  <p:cNvPr id="1129" name="Rechthoek 1128">
                    <a:extLst>
                      <a:ext uri="{FF2B5EF4-FFF2-40B4-BE49-F238E27FC236}">
                        <a16:creationId xmlns:a16="http://schemas.microsoft.com/office/drawing/2014/main" id="{6A149912-2CCE-A753-A4DC-9C06DFD031D5}"/>
                      </a:ext>
                    </a:extLst>
                  </p:cNvPr>
                  <p:cNvSpPr/>
                  <p:nvPr/>
                </p:nvSpPr>
                <p:spPr>
                  <a:xfrm>
                    <a:off x="8207125" y="273425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0" name="Rechthoek 1129">
                    <a:extLst>
                      <a:ext uri="{FF2B5EF4-FFF2-40B4-BE49-F238E27FC236}">
                        <a16:creationId xmlns:a16="http://schemas.microsoft.com/office/drawing/2014/main" id="{A164F469-DA65-EC59-AE3C-1A7F54B8E27D}"/>
                      </a:ext>
                    </a:extLst>
                  </p:cNvPr>
                  <p:cNvSpPr/>
                  <p:nvPr/>
                </p:nvSpPr>
                <p:spPr>
                  <a:xfrm>
                    <a:off x="8886394" y="273425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1" name="Rechthoek 1130">
                    <a:extLst>
                      <a:ext uri="{FF2B5EF4-FFF2-40B4-BE49-F238E27FC236}">
                        <a16:creationId xmlns:a16="http://schemas.microsoft.com/office/drawing/2014/main" id="{705E701F-BBBE-3CDC-62EB-F400401A2835}"/>
                      </a:ext>
                    </a:extLst>
                  </p:cNvPr>
                  <p:cNvSpPr/>
                  <p:nvPr/>
                </p:nvSpPr>
                <p:spPr>
                  <a:xfrm>
                    <a:off x="9565663" y="273425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2" name="Rechthoek 1131">
                    <a:extLst>
                      <a:ext uri="{FF2B5EF4-FFF2-40B4-BE49-F238E27FC236}">
                        <a16:creationId xmlns:a16="http://schemas.microsoft.com/office/drawing/2014/main" id="{E41B02C4-A04C-775D-35FB-84FE288E26AD}"/>
                      </a:ext>
                    </a:extLst>
                  </p:cNvPr>
                  <p:cNvSpPr/>
                  <p:nvPr/>
                </p:nvSpPr>
                <p:spPr>
                  <a:xfrm>
                    <a:off x="10244932" y="273425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3" name="Rechthoek 1132">
                    <a:extLst>
                      <a:ext uri="{FF2B5EF4-FFF2-40B4-BE49-F238E27FC236}">
                        <a16:creationId xmlns:a16="http://schemas.microsoft.com/office/drawing/2014/main" id="{742446CF-880C-9C10-C2AF-58429E2B4EC3}"/>
                      </a:ext>
                    </a:extLst>
                  </p:cNvPr>
                  <p:cNvSpPr/>
                  <p:nvPr/>
                </p:nvSpPr>
                <p:spPr>
                  <a:xfrm>
                    <a:off x="10924201" y="273425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4" name="Rechthoek 1133">
                    <a:extLst>
                      <a:ext uri="{FF2B5EF4-FFF2-40B4-BE49-F238E27FC236}">
                        <a16:creationId xmlns:a16="http://schemas.microsoft.com/office/drawing/2014/main" id="{3805B793-D6EB-6910-C15E-FEE75F7BD820}"/>
                      </a:ext>
                    </a:extLst>
                  </p:cNvPr>
                  <p:cNvSpPr/>
                  <p:nvPr/>
                </p:nvSpPr>
                <p:spPr>
                  <a:xfrm>
                    <a:off x="8207125" y="3413523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5" name="Rechthoek 1134">
                    <a:extLst>
                      <a:ext uri="{FF2B5EF4-FFF2-40B4-BE49-F238E27FC236}">
                        <a16:creationId xmlns:a16="http://schemas.microsoft.com/office/drawing/2014/main" id="{3D3F8747-23E3-CE84-FD6B-5122B26696CF}"/>
                      </a:ext>
                    </a:extLst>
                  </p:cNvPr>
                  <p:cNvSpPr/>
                  <p:nvPr/>
                </p:nvSpPr>
                <p:spPr>
                  <a:xfrm>
                    <a:off x="8886394" y="3413523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6" name="Rechthoek 1135">
                    <a:extLst>
                      <a:ext uri="{FF2B5EF4-FFF2-40B4-BE49-F238E27FC236}">
                        <a16:creationId xmlns:a16="http://schemas.microsoft.com/office/drawing/2014/main" id="{1553F2FA-9B39-7570-5577-E9DBD2103019}"/>
                      </a:ext>
                    </a:extLst>
                  </p:cNvPr>
                  <p:cNvSpPr/>
                  <p:nvPr/>
                </p:nvSpPr>
                <p:spPr>
                  <a:xfrm>
                    <a:off x="9565663" y="3413523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7" name="Rechthoek 1136">
                    <a:extLst>
                      <a:ext uri="{FF2B5EF4-FFF2-40B4-BE49-F238E27FC236}">
                        <a16:creationId xmlns:a16="http://schemas.microsoft.com/office/drawing/2014/main" id="{CFB0B26B-4822-79A7-F1B5-F6CE5B1AA2F9}"/>
                      </a:ext>
                    </a:extLst>
                  </p:cNvPr>
                  <p:cNvSpPr/>
                  <p:nvPr/>
                </p:nvSpPr>
                <p:spPr>
                  <a:xfrm>
                    <a:off x="10244932" y="3413523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8" name="Rechthoek 1137">
                    <a:extLst>
                      <a:ext uri="{FF2B5EF4-FFF2-40B4-BE49-F238E27FC236}">
                        <a16:creationId xmlns:a16="http://schemas.microsoft.com/office/drawing/2014/main" id="{F475E12D-9FEC-96E5-7274-F93096B5251D}"/>
                      </a:ext>
                    </a:extLst>
                  </p:cNvPr>
                  <p:cNvSpPr/>
                  <p:nvPr/>
                </p:nvSpPr>
                <p:spPr>
                  <a:xfrm>
                    <a:off x="10924201" y="3413523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9" name="Rechthoek 1138">
                    <a:extLst>
                      <a:ext uri="{FF2B5EF4-FFF2-40B4-BE49-F238E27FC236}">
                        <a16:creationId xmlns:a16="http://schemas.microsoft.com/office/drawing/2014/main" id="{DC67D70A-4743-69A8-DE38-35274689E210}"/>
                      </a:ext>
                    </a:extLst>
                  </p:cNvPr>
                  <p:cNvSpPr/>
                  <p:nvPr/>
                </p:nvSpPr>
                <p:spPr>
                  <a:xfrm>
                    <a:off x="8207125" y="4092792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0" name="Rechthoek 1139">
                    <a:extLst>
                      <a:ext uri="{FF2B5EF4-FFF2-40B4-BE49-F238E27FC236}">
                        <a16:creationId xmlns:a16="http://schemas.microsoft.com/office/drawing/2014/main" id="{830E7F2C-A785-C333-DB02-57BAEBFF8C18}"/>
                      </a:ext>
                    </a:extLst>
                  </p:cNvPr>
                  <p:cNvSpPr/>
                  <p:nvPr/>
                </p:nvSpPr>
                <p:spPr>
                  <a:xfrm>
                    <a:off x="8886394" y="4092792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1" name="Rechthoek 1140">
                    <a:extLst>
                      <a:ext uri="{FF2B5EF4-FFF2-40B4-BE49-F238E27FC236}">
                        <a16:creationId xmlns:a16="http://schemas.microsoft.com/office/drawing/2014/main" id="{97787A18-EA4A-3F20-752A-CC496E3C4452}"/>
                      </a:ext>
                    </a:extLst>
                  </p:cNvPr>
                  <p:cNvSpPr/>
                  <p:nvPr/>
                </p:nvSpPr>
                <p:spPr>
                  <a:xfrm>
                    <a:off x="9565663" y="4092792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2" name="Rechthoek 1141">
                    <a:extLst>
                      <a:ext uri="{FF2B5EF4-FFF2-40B4-BE49-F238E27FC236}">
                        <a16:creationId xmlns:a16="http://schemas.microsoft.com/office/drawing/2014/main" id="{9A625806-396B-3DA1-A717-7BE517F489EC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092792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3" name="Rechthoek 1142">
                    <a:extLst>
                      <a:ext uri="{FF2B5EF4-FFF2-40B4-BE49-F238E27FC236}">
                        <a16:creationId xmlns:a16="http://schemas.microsoft.com/office/drawing/2014/main" id="{9D55B282-0780-7451-231F-0AF70A844D70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092792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4" name="Rechthoek 1143">
                    <a:extLst>
                      <a:ext uri="{FF2B5EF4-FFF2-40B4-BE49-F238E27FC236}">
                        <a16:creationId xmlns:a16="http://schemas.microsoft.com/office/drawing/2014/main" id="{0A86EF71-8C12-E117-7FEB-E501D97FEEC5}"/>
                      </a:ext>
                    </a:extLst>
                  </p:cNvPr>
                  <p:cNvSpPr/>
                  <p:nvPr/>
                </p:nvSpPr>
                <p:spPr>
                  <a:xfrm>
                    <a:off x="8207125" y="4769988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5" name="Rechthoek 1144">
                    <a:extLst>
                      <a:ext uri="{FF2B5EF4-FFF2-40B4-BE49-F238E27FC236}">
                        <a16:creationId xmlns:a16="http://schemas.microsoft.com/office/drawing/2014/main" id="{86AF0081-7410-F69F-7A17-555CE9BF2FB3}"/>
                      </a:ext>
                    </a:extLst>
                  </p:cNvPr>
                  <p:cNvSpPr/>
                  <p:nvPr/>
                </p:nvSpPr>
                <p:spPr>
                  <a:xfrm>
                    <a:off x="8886394" y="4769988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6" name="Rechthoek 1145">
                    <a:extLst>
                      <a:ext uri="{FF2B5EF4-FFF2-40B4-BE49-F238E27FC236}">
                        <a16:creationId xmlns:a16="http://schemas.microsoft.com/office/drawing/2014/main" id="{5B9CB468-BA1A-0D16-A390-2D60861E3284}"/>
                      </a:ext>
                    </a:extLst>
                  </p:cNvPr>
                  <p:cNvSpPr/>
                  <p:nvPr/>
                </p:nvSpPr>
                <p:spPr>
                  <a:xfrm>
                    <a:off x="9565663" y="4769988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7" name="Rechthoek 1146">
                    <a:extLst>
                      <a:ext uri="{FF2B5EF4-FFF2-40B4-BE49-F238E27FC236}">
                        <a16:creationId xmlns:a16="http://schemas.microsoft.com/office/drawing/2014/main" id="{A4FF0D4B-68E2-42D1-23F2-E9671C03675B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769988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8" name="Rechthoek 1147">
                    <a:extLst>
                      <a:ext uri="{FF2B5EF4-FFF2-40B4-BE49-F238E27FC236}">
                        <a16:creationId xmlns:a16="http://schemas.microsoft.com/office/drawing/2014/main" id="{35053102-3BBF-BBE8-40DA-35D8737EBC51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769988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9" name="Rechthoek 1148">
                    <a:extLst>
                      <a:ext uri="{FF2B5EF4-FFF2-40B4-BE49-F238E27FC236}">
                        <a16:creationId xmlns:a16="http://schemas.microsoft.com/office/drawing/2014/main" id="{17F669E8-60BE-FF87-4021-AD2ACFF44766}"/>
                      </a:ext>
                    </a:extLst>
                  </p:cNvPr>
                  <p:cNvSpPr/>
                  <p:nvPr/>
                </p:nvSpPr>
                <p:spPr>
                  <a:xfrm>
                    <a:off x="8207125" y="544718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0" name="Rechthoek 1149">
                    <a:extLst>
                      <a:ext uri="{FF2B5EF4-FFF2-40B4-BE49-F238E27FC236}">
                        <a16:creationId xmlns:a16="http://schemas.microsoft.com/office/drawing/2014/main" id="{4E58A45D-FEE0-C2CE-8AA4-00907BC3C5D0}"/>
                      </a:ext>
                    </a:extLst>
                  </p:cNvPr>
                  <p:cNvSpPr/>
                  <p:nvPr/>
                </p:nvSpPr>
                <p:spPr>
                  <a:xfrm>
                    <a:off x="8886394" y="544718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1" name="Rechthoek 1150">
                    <a:extLst>
                      <a:ext uri="{FF2B5EF4-FFF2-40B4-BE49-F238E27FC236}">
                        <a16:creationId xmlns:a16="http://schemas.microsoft.com/office/drawing/2014/main" id="{97F1DC55-75E3-085C-0E7E-8666A072B033}"/>
                      </a:ext>
                    </a:extLst>
                  </p:cNvPr>
                  <p:cNvSpPr/>
                  <p:nvPr/>
                </p:nvSpPr>
                <p:spPr>
                  <a:xfrm>
                    <a:off x="9565663" y="544718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2" name="Rechthoek 1151">
                    <a:extLst>
                      <a:ext uri="{FF2B5EF4-FFF2-40B4-BE49-F238E27FC236}">
                        <a16:creationId xmlns:a16="http://schemas.microsoft.com/office/drawing/2014/main" id="{F770F1E9-BDB5-9BF5-D964-91C2659FE157}"/>
                      </a:ext>
                    </a:extLst>
                  </p:cNvPr>
                  <p:cNvSpPr/>
                  <p:nvPr/>
                </p:nvSpPr>
                <p:spPr>
                  <a:xfrm>
                    <a:off x="10244932" y="544718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3" name="Rechthoek 1152">
                    <a:extLst>
                      <a:ext uri="{FF2B5EF4-FFF2-40B4-BE49-F238E27FC236}">
                        <a16:creationId xmlns:a16="http://schemas.microsoft.com/office/drawing/2014/main" id="{1D536B8A-B4F0-E298-763C-0782DD0CA763}"/>
                      </a:ext>
                    </a:extLst>
                  </p:cNvPr>
                  <p:cNvSpPr/>
                  <p:nvPr/>
                </p:nvSpPr>
                <p:spPr>
                  <a:xfrm>
                    <a:off x="10924201" y="544718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cxnSp>
              <p:nvCxnSpPr>
                <p:cNvPr id="1121" name="Rechte verbindingslijn 1120">
                  <a:extLst>
                    <a:ext uri="{FF2B5EF4-FFF2-40B4-BE49-F238E27FC236}">
                      <a16:creationId xmlns:a16="http://schemas.microsoft.com/office/drawing/2014/main" id="{6A460F0A-9CFA-2458-C573-824EEF2457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60886" y="1745188"/>
                  <a:ext cx="0" cy="850168"/>
                </a:xfrm>
                <a:prstGeom prst="line">
                  <a:avLst/>
                </a:prstGeom>
                <a:grpFill/>
                <a:ln w="28575">
                  <a:noFill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122" name="Rechte verbindingslijn 1121">
                  <a:extLst>
                    <a:ext uri="{FF2B5EF4-FFF2-40B4-BE49-F238E27FC236}">
                      <a16:creationId xmlns:a16="http://schemas.microsoft.com/office/drawing/2014/main" id="{3ACFDB7A-C60D-0867-E8DA-C16944C69469}"/>
                    </a:ext>
                  </a:extLst>
                </p:cNvPr>
                <p:cNvCxnSpPr>
                  <a:cxnSpLocks/>
                  <a:stCxn id="1133" idx="2"/>
                </p:cNvCxnSpPr>
                <p:nvPr/>
              </p:nvCxnSpPr>
              <p:spPr>
                <a:xfrm>
                  <a:off x="4860886" y="1729174"/>
                  <a:ext cx="0" cy="190195"/>
                </a:xfrm>
                <a:prstGeom prst="line">
                  <a:avLst/>
                </a:prstGeom>
                <a:grpFill/>
                <a:ln w="28575">
                  <a:noFill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123" name="Vrije vorm: vorm 1122">
                  <a:extLst>
                    <a:ext uri="{FF2B5EF4-FFF2-40B4-BE49-F238E27FC236}">
                      <a16:creationId xmlns:a16="http://schemas.microsoft.com/office/drawing/2014/main" id="{C0505DD7-9B9E-B8C5-4CAA-FAB8A52D9B1D}"/>
                    </a:ext>
                  </a:extLst>
                </p:cNvPr>
                <p:cNvSpPr/>
                <p:nvPr/>
              </p:nvSpPr>
              <p:spPr>
                <a:xfrm rot="10800000">
                  <a:off x="4772754" y="1482650"/>
                  <a:ext cx="173727" cy="149764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sp>
            <p:nvSpPr>
              <p:cNvPr id="1158" name="Vrije vorm: vorm 1157">
                <a:extLst>
                  <a:ext uri="{FF2B5EF4-FFF2-40B4-BE49-F238E27FC236}">
                    <a16:creationId xmlns:a16="http://schemas.microsoft.com/office/drawing/2014/main" id="{ED3B138C-1BD2-7E3B-7949-1415D2CD3D1D}"/>
                  </a:ext>
                </a:extLst>
              </p:cNvPr>
              <p:cNvSpPr/>
              <p:nvPr/>
            </p:nvSpPr>
            <p:spPr>
              <a:xfrm rot="16200000">
                <a:off x="9084610" y="3665654"/>
                <a:ext cx="167822" cy="144673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</p:grpSp>
        <p:sp>
          <p:nvSpPr>
            <p:cNvPr id="1231" name="Ovaal 1230">
              <a:extLst>
                <a:ext uri="{FF2B5EF4-FFF2-40B4-BE49-F238E27FC236}">
                  <a16:creationId xmlns:a16="http://schemas.microsoft.com/office/drawing/2014/main" id="{FF6868E4-A8F1-972D-E2F5-73A8AE93CC11}"/>
                </a:ext>
              </a:extLst>
            </p:cNvPr>
            <p:cNvSpPr/>
            <p:nvPr/>
          </p:nvSpPr>
          <p:spPr>
            <a:xfrm rot="2321871">
              <a:off x="7951090" y="5030082"/>
              <a:ext cx="273783" cy="273782"/>
            </a:xfrm>
            <a:prstGeom prst="ellipse">
              <a:avLst/>
            </a:prstGeom>
            <a:grpFill/>
            <a:ln w="28575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232" name="Rechte verbindingslijn 1231">
              <a:extLst>
                <a:ext uri="{FF2B5EF4-FFF2-40B4-BE49-F238E27FC236}">
                  <a16:creationId xmlns:a16="http://schemas.microsoft.com/office/drawing/2014/main" id="{53542ADB-90D0-DE20-2BBD-CC772E9FC694}"/>
                </a:ext>
              </a:extLst>
            </p:cNvPr>
            <p:cNvCxnSpPr>
              <a:cxnSpLocks/>
            </p:cNvCxnSpPr>
            <p:nvPr/>
          </p:nvCxnSpPr>
          <p:spPr>
            <a:xfrm>
              <a:off x="8087981" y="4972177"/>
              <a:ext cx="0" cy="389592"/>
            </a:xfrm>
            <a:prstGeom prst="line">
              <a:avLst/>
            </a:prstGeom>
            <a:grpFill/>
            <a:ln w="28575">
              <a:noFill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3" name="Rechte verbindingslijn 1232">
              <a:extLst>
                <a:ext uri="{FF2B5EF4-FFF2-40B4-BE49-F238E27FC236}">
                  <a16:creationId xmlns:a16="http://schemas.microsoft.com/office/drawing/2014/main" id="{4FA49278-8FE8-D615-AC22-6E61C82A63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3185" y="5166973"/>
              <a:ext cx="389592" cy="0"/>
            </a:xfrm>
            <a:prstGeom prst="line">
              <a:avLst/>
            </a:prstGeom>
            <a:grpFill/>
            <a:ln w="28575">
              <a:noFill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9" name="Picture 4">
            <a:extLst>
              <a:ext uri="{FF2B5EF4-FFF2-40B4-BE49-F238E27FC236}">
                <a16:creationId xmlns:a16="http://schemas.microsoft.com/office/drawing/2014/main" id="{D4EE92BF-34D6-718E-431D-64772420D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84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48"/>
    </mc:Choice>
    <mc:Fallback xmlns="">
      <p:transition spd="slow" advTm="16048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90727-136C-4462-6A6B-8C8300CC4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212102-D692-81DE-29E6-9A25873E3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Discussie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512D052-34D0-9648-467D-0A60C463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25</a:t>
            </a:fld>
            <a:endParaRPr lang="nl-NL" noProof="0" dirty="0"/>
          </a:p>
        </p:txBody>
      </p:sp>
      <p:grpSp>
        <p:nvGrpSpPr>
          <p:cNvPr id="1227" name="Groep 1226">
            <a:extLst>
              <a:ext uri="{FF2B5EF4-FFF2-40B4-BE49-F238E27FC236}">
                <a16:creationId xmlns:a16="http://schemas.microsoft.com/office/drawing/2014/main" id="{AC959DF4-2285-03B5-EAED-C682B35665DF}"/>
              </a:ext>
            </a:extLst>
          </p:cNvPr>
          <p:cNvGrpSpPr/>
          <p:nvPr/>
        </p:nvGrpSpPr>
        <p:grpSpPr>
          <a:xfrm>
            <a:off x="1229151" y="2164487"/>
            <a:ext cx="1950331" cy="2464766"/>
            <a:chOff x="390951" y="2164487"/>
            <a:chExt cx="1950331" cy="2464766"/>
          </a:xfrm>
        </p:grpSpPr>
        <p:grpSp>
          <p:nvGrpSpPr>
            <p:cNvPr id="1188" name="Groep 1187">
              <a:extLst>
                <a:ext uri="{FF2B5EF4-FFF2-40B4-BE49-F238E27FC236}">
                  <a16:creationId xmlns:a16="http://schemas.microsoft.com/office/drawing/2014/main" id="{1359B239-49E6-5D9D-941F-DFD607471F17}"/>
                </a:ext>
              </a:extLst>
            </p:cNvPr>
            <p:cNvGrpSpPr/>
            <p:nvPr/>
          </p:nvGrpSpPr>
          <p:grpSpPr>
            <a:xfrm>
              <a:off x="390951" y="2683672"/>
              <a:ext cx="1950331" cy="1945581"/>
              <a:chOff x="2528834" y="2665660"/>
              <a:chExt cx="1950331" cy="1945581"/>
            </a:xfrm>
          </p:grpSpPr>
          <p:grpSp>
            <p:nvGrpSpPr>
              <p:cNvPr id="1194" name="Groep 1193">
                <a:extLst>
                  <a:ext uri="{FF2B5EF4-FFF2-40B4-BE49-F238E27FC236}">
                    <a16:creationId xmlns:a16="http://schemas.microsoft.com/office/drawing/2014/main" id="{59D5FA10-8953-C728-186E-0C184D409F8E}"/>
                  </a:ext>
                </a:extLst>
              </p:cNvPr>
              <p:cNvGrpSpPr/>
              <p:nvPr/>
            </p:nvGrpSpPr>
            <p:grpSpPr>
              <a:xfrm>
                <a:off x="2528834" y="2665660"/>
                <a:ext cx="1947959" cy="1945581"/>
                <a:chOff x="9594106" y="4074900"/>
                <a:chExt cx="1977531" cy="1975118"/>
              </a:xfrm>
            </p:grpSpPr>
            <p:grpSp>
              <p:nvGrpSpPr>
                <p:cNvPr id="1197" name="Groep 1196">
                  <a:extLst>
                    <a:ext uri="{FF2B5EF4-FFF2-40B4-BE49-F238E27FC236}">
                      <a16:creationId xmlns:a16="http://schemas.microsoft.com/office/drawing/2014/main" id="{60D014E7-E5AE-3CA9-8BCD-B4B31AE278E6}"/>
                    </a:ext>
                  </a:extLst>
                </p:cNvPr>
                <p:cNvGrpSpPr/>
                <p:nvPr/>
              </p:nvGrpSpPr>
              <p:grpSpPr>
                <a:xfrm>
                  <a:off x="9594106" y="4074900"/>
                  <a:ext cx="1977531" cy="1975118"/>
                  <a:chOff x="8207125" y="2734255"/>
                  <a:chExt cx="3396345" cy="3392199"/>
                </a:xfrm>
              </p:grpSpPr>
              <p:sp>
                <p:nvSpPr>
                  <p:cNvPr id="1199" name="Rechthoek 1198">
                    <a:extLst>
                      <a:ext uri="{FF2B5EF4-FFF2-40B4-BE49-F238E27FC236}">
                        <a16:creationId xmlns:a16="http://schemas.microsoft.com/office/drawing/2014/main" id="{3E85ACB1-8FC8-D0CB-7D18-3D9C1B78188B}"/>
                      </a:ext>
                    </a:extLst>
                  </p:cNvPr>
                  <p:cNvSpPr/>
                  <p:nvPr/>
                </p:nvSpPr>
                <p:spPr>
                  <a:xfrm>
                    <a:off x="8207125" y="273425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0" name="Rechthoek 1199">
                    <a:extLst>
                      <a:ext uri="{FF2B5EF4-FFF2-40B4-BE49-F238E27FC236}">
                        <a16:creationId xmlns:a16="http://schemas.microsoft.com/office/drawing/2014/main" id="{94C28C6E-86B0-32EB-5DF7-F6A0E61086A8}"/>
                      </a:ext>
                    </a:extLst>
                  </p:cNvPr>
                  <p:cNvSpPr/>
                  <p:nvPr/>
                </p:nvSpPr>
                <p:spPr>
                  <a:xfrm>
                    <a:off x="8886394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1" name="Rechthoek 1200">
                    <a:extLst>
                      <a:ext uri="{FF2B5EF4-FFF2-40B4-BE49-F238E27FC236}">
                        <a16:creationId xmlns:a16="http://schemas.microsoft.com/office/drawing/2014/main" id="{04C93FC7-45D6-F5B7-7F05-81B536D5003E}"/>
                      </a:ext>
                    </a:extLst>
                  </p:cNvPr>
                  <p:cNvSpPr/>
                  <p:nvPr/>
                </p:nvSpPr>
                <p:spPr>
                  <a:xfrm>
                    <a:off x="9565663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2" name="Rechthoek 1201">
                    <a:extLst>
                      <a:ext uri="{FF2B5EF4-FFF2-40B4-BE49-F238E27FC236}">
                        <a16:creationId xmlns:a16="http://schemas.microsoft.com/office/drawing/2014/main" id="{687FEB45-9926-045F-2A51-2D7A57ABCBF5}"/>
                      </a:ext>
                    </a:extLst>
                  </p:cNvPr>
                  <p:cNvSpPr/>
                  <p:nvPr/>
                </p:nvSpPr>
                <p:spPr>
                  <a:xfrm>
                    <a:off x="10244932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3" name="Rechthoek 1202">
                    <a:extLst>
                      <a:ext uri="{FF2B5EF4-FFF2-40B4-BE49-F238E27FC236}">
                        <a16:creationId xmlns:a16="http://schemas.microsoft.com/office/drawing/2014/main" id="{71B774F6-2535-15F8-638B-C921AC38588E}"/>
                      </a:ext>
                    </a:extLst>
                  </p:cNvPr>
                  <p:cNvSpPr/>
                  <p:nvPr/>
                </p:nvSpPr>
                <p:spPr>
                  <a:xfrm>
                    <a:off x="10924201" y="273425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4" name="Rechthoek 1203">
                    <a:extLst>
                      <a:ext uri="{FF2B5EF4-FFF2-40B4-BE49-F238E27FC236}">
                        <a16:creationId xmlns:a16="http://schemas.microsoft.com/office/drawing/2014/main" id="{B22C0AFD-1375-4AC1-3582-849D3080F632}"/>
                      </a:ext>
                    </a:extLst>
                  </p:cNvPr>
                  <p:cNvSpPr/>
                  <p:nvPr/>
                </p:nvSpPr>
                <p:spPr>
                  <a:xfrm>
                    <a:off x="8207125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5" name="Rechthoek 1204">
                    <a:extLst>
                      <a:ext uri="{FF2B5EF4-FFF2-40B4-BE49-F238E27FC236}">
                        <a16:creationId xmlns:a16="http://schemas.microsoft.com/office/drawing/2014/main" id="{4F124112-C4DF-2AC7-8191-2A5F346DC913}"/>
                      </a:ext>
                    </a:extLst>
                  </p:cNvPr>
                  <p:cNvSpPr/>
                  <p:nvPr/>
                </p:nvSpPr>
                <p:spPr>
                  <a:xfrm>
                    <a:off x="8886394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6" name="Rechthoek 1205">
                    <a:extLst>
                      <a:ext uri="{FF2B5EF4-FFF2-40B4-BE49-F238E27FC236}">
                        <a16:creationId xmlns:a16="http://schemas.microsoft.com/office/drawing/2014/main" id="{37FC7114-ABAA-FF93-DD08-4DC9D0511A45}"/>
                      </a:ext>
                    </a:extLst>
                  </p:cNvPr>
                  <p:cNvSpPr/>
                  <p:nvPr/>
                </p:nvSpPr>
                <p:spPr>
                  <a:xfrm>
                    <a:off x="9565663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7" name="Rechthoek 1206">
                    <a:extLst>
                      <a:ext uri="{FF2B5EF4-FFF2-40B4-BE49-F238E27FC236}">
                        <a16:creationId xmlns:a16="http://schemas.microsoft.com/office/drawing/2014/main" id="{13746A57-D04F-BB55-29AD-AB9667D167B2}"/>
                      </a:ext>
                    </a:extLst>
                  </p:cNvPr>
                  <p:cNvSpPr/>
                  <p:nvPr/>
                </p:nvSpPr>
                <p:spPr>
                  <a:xfrm>
                    <a:off x="10244932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8" name="Rechthoek 1207">
                    <a:extLst>
                      <a:ext uri="{FF2B5EF4-FFF2-40B4-BE49-F238E27FC236}">
                        <a16:creationId xmlns:a16="http://schemas.microsoft.com/office/drawing/2014/main" id="{F0DDDD2F-DF1C-FCFE-96F7-0A1DFB3FF082}"/>
                      </a:ext>
                    </a:extLst>
                  </p:cNvPr>
                  <p:cNvSpPr/>
                  <p:nvPr/>
                </p:nvSpPr>
                <p:spPr>
                  <a:xfrm>
                    <a:off x="10924201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9" name="Rechthoek 1208">
                    <a:extLst>
                      <a:ext uri="{FF2B5EF4-FFF2-40B4-BE49-F238E27FC236}">
                        <a16:creationId xmlns:a16="http://schemas.microsoft.com/office/drawing/2014/main" id="{43085C16-D574-19CA-A087-E3B72BE847D9}"/>
                      </a:ext>
                    </a:extLst>
                  </p:cNvPr>
                  <p:cNvSpPr/>
                  <p:nvPr/>
                </p:nvSpPr>
                <p:spPr>
                  <a:xfrm>
                    <a:off x="8207125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0" name="Rechthoek 1209">
                    <a:extLst>
                      <a:ext uri="{FF2B5EF4-FFF2-40B4-BE49-F238E27FC236}">
                        <a16:creationId xmlns:a16="http://schemas.microsoft.com/office/drawing/2014/main" id="{6E2FC141-4302-DF6E-A219-F729907E0A74}"/>
                      </a:ext>
                    </a:extLst>
                  </p:cNvPr>
                  <p:cNvSpPr/>
                  <p:nvPr/>
                </p:nvSpPr>
                <p:spPr>
                  <a:xfrm>
                    <a:off x="8886394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1" name="Rechthoek 1210">
                    <a:extLst>
                      <a:ext uri="{FF2B5EF4-FFF2-40B4-BE49-F238E27FC236}">
                        <a16:creationId xmlns:a16="http://schemas.microsoft.com/office/drawing/2014/main" id="{BDF8A404-2341-8D6D-2F09-07ED1C6850C0}"/>
                      </a:ext>
                    </a:extLst>
                  </p:cNvPr>
                  <p:cNvSpPr/>
                  <p:nvPr/>
                </p:nvSpPr>
                <p:spPr>
                  <a:xfrm>
                    <a:off x="9565663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2" name="Rechthoek 1211">
                    <a:extLst>
                      <a:ext uri="{FF2B5EF4-FFF2-40B4-BE49-F238E27FC236}">
                        <a16:creationId xmlns:a16="http://schemas.microsoft.com/office/drawing/2014/main" id="{4ADA2C80-6FA4-3761-9C39-4ABC3D8272DE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092792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3" name="Rechthoek 1212">
                    <a:extLst>
                      <a:ext uri="{FF2B5EF4-FFF2-40B4-BE49-F238E27FC236}">
                        <a16:creationId xmlns:a16="http://schemas.microsoft.com/office/drawing/2014/main" id="{D15708C1-CE57-D475-4D31-B4A3C47E72B8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4" name="Rechthoek 1213">
                    <a:extLst>
                      <a:ext uri="{FF2B5EF4-FFF2-40B4-BE49-F238E27FC236}">
                        <a16:creationId xmlns:a16="http://schemas.microsoft.com/office/drawing/2014/main" id="{ECD59B44-4E5F-76B4-80E8-A3114E350383}"/>
                      </a:ext>
                    </a:extLst>
                  </p:cNvPr>
                  <p:cNvSpPr/>
                  <p:nvPr/>
                </p:nvSpPr>
                <p:spPr>
                  <a:xfrm>
                    <a:off x="8207125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5" name="Rechthoek 1214">
                    <a:extLst>
                      <a:ext uri="{FF2B5EF4-FFF2-40B4-BE49-F238E27FC236}">
                        <a16:creationId xmlns:a16="http://schemas.microsoft.com/office/drawing/2014/main" id="{213B6887-07F1-A75C-C563-FC91FA9BE6C1}"/>
                      </a:ext>
                    </a:extLst>
                  </p:cNvPr>
                  <p:cNvSpPr/>
                  <p:nvPr/>
                </p:nvSpPr>
                <p:spPr>
                  <a:xfrm>
                    <a:off x="8886394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6" name="Rechthoek 1215">
                    <a:extLst>
                      <a:ext uri="{FF2B5EF4-FFF2-40B4-BE49-F238E27FC236}">
                        <a16:creationId xmlns:a16="http://schemas.microsoft.com/office/drawing/2014/main" id="{1E47BE6E-1BE7-FC8E-21BE-3574A8B14353}"/>
                      </a:ext>
                    </a:extLst>
                  </p:cNvPr>
                  <p:cNvSpPr/>
                  <p:nvPr/>
                </p:nvSpPr>
                <p:spPr>
                  <a:xfrm>
                    <a:off x="9565663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7" name="Rechthoek 1216">
                    <a:extLst>
                      <a:ext uri="{FF2B5EF4-FFF2-40B4-BE49-F238E27FC236}">
                        <a16:creationId xmlns:a16="http://schemas.microsoft.com/office/drawing/2014/main" id="{1D12DF57-E59A-AA8E-3745-9EE0B6DE94F4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769988"/>
                    <a:ext cx="679269" cy="679269"/>
                  </a:xfrm>
                  <a:prstGeom prst="rect">
                    <a:avLst/>
                  </a:prstGeom>
                  <a:solidFill>
                    <a:srgbClr val="FF9F8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8" name="Rechthoek 1217">
                    <a:extLst>
                      <a:ext uri="{FF2B5EF4-FFF2-40B4-BE49-F238E27FC236}">
                        <a16:creationId xmlns:a16="http://schemas.microsoft.com/office/drawing/2014/main" id="{BE606C8D-3854-8E38-1067-5613FA39F5CD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9" name="Rechthoek 1218">
                    <a:extLst>
                      <a:ext uri="{FF2B5EF4-FFF2-40B4-BE49-F238E27FC236}">
                        <a16:creationId xmlns:a16="http://schemas.microsoft.com/office/drawing/2014/main" id="{FE662C8C-C31B-08BC-256C-68A348CD540B}"/>
                      </a:ext>
                    </a:extLst>
                  </p:cNvPr>
                  <p:cNvSpPr/>
                  <p:nvPr/>
                </p:nvSpPr>
                <p:spPr>
                  <a:xfrm>
                    <a:off x="8207125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20" name="Rechthoek 1219">
                    <a:extLst>
                      <a:ext uri="{FF2B5EF4-FFF2-40B4-BE49-F238E27FC236}">
                        <a16:creationId xmlns:a16="http://schemas.microsoft.com/office/drawing/2014/main" id="{16DC8DCE-8941-1A44-B1E0-2B7CB180A5CC}"/>
                      </a:ext>
                    </a:extLst>
                  </p:cNvPr>
                  <p:cNvSpPr/>
                  <p:nvPr/>
                </p:nvSpPr>
                <p:spPr>
                  <a:xfrm>
                    <a:off x="8886394" y="544718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21" name="Rechthoek 1220">
                    <a:extLst>
                      <a:ext uri="{FF2B5EF4-FFF2-40B4-BE49-F238E27FC236}">
                        <a16:creationId xmlns:a16="http://schemas.microsoft.com/office/drawing/2014/main" id="{5BE99EA0-65BF-C822-FA5B-30531E8A3DB3}"/>
                      </a:ext>
                    </a:extLst>
                  </p:cNvPr>
                  <p:cNvSpPr/>
                  <p:nvPr/>
                </p:nvSpPr>
                <p:spPr>
                  <a:xfrm>
                    <a:off x="9565663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22" name="Rechthoek 1221">
                    <a:extLst>
                      <a:ext uri="{FF2B5EF4-FFF2-40B4-BE49-F238E27FC236}">
                        <a16:creationId xmlns:a16="http://schemas.microsoft.com/office/drawing/2014/main" id="{99A76FD2-19AF-4B09-9481-A1C95C308D39}"/>
                      </a:ext>
                    </a:extLst>
                  </p:cNvPr>
                  <p:cNvSpPr/>
                  <p:nvPr/>
                </p:nvSpPr>
                <p:spPr>
                  <a:xfrm>
                    <a:off x="10244932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23" name="Rechthoek 1222">
                    <a:extLst>
                      <a:ext uri="{FF2B5EF4-FFF2-40B4-BE49-F238E27FC236}">
                        <a16:creationId xmlns:a16="http://schemas.microsoft.com/office/drawing/2014/main" id="{3A9EC05F-ACB8-2B75-C5BA-74A7BAA50B87}"/>
                      </a:ext>
                    </a:extLst>
                  </p:cNvPr>
                  <p:cNvSpPr/>
                  <p:nvPr/>
                </p:nvSpPr>
                <p:spPr>
                  <a:xfrm>
                    <a:off x="10924201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sp>
              <p:nvSpPr>
                <p:cNvPr id="1198" name="Vrije vorm: vorm 1197">
                  <a:extLst>
                    <a:ext uri="{FF2B5EF4-FFF2-40B4-BE49-F238E27FC236}">
                      <a16:creationId xmlns:a16="http://schemas.microsoft.com/office/drawing/2014/main" id="{35E9C69C-4C62-8BFD-C786-484059E8F085}"/>
                    </a:ext>
                  </a:extLst>
                </p:cNvPr>
                <p:cNvSpPr/>
                <p:nvPr/>
              </p:nvSpPr>
              <p:spPr>
                <a:xfrm rot="5400000">
                  <a:off x="9709895" y="4203805"/>
                  <a:ext cx="190155" cy="163926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42433">
                      <a:alpha val="87059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grpSp>
            <p:nvGrpSpPr>
              <p:cNvPr id="1190" name="Groep 1189">
                <a:extLst>
                  <a:ext uri="{FF2B5EF4-FFF2-40B4-BE49-F238E27FC236}">
                    <a16:creationId xmlns:a16="http://schemas.microsoft.com/office/drawing/2014/main" id="{21E67E89-C337-EDA4-1518-7E4CAF40CE0D}"/>
                  </a:ext>
                </a:extLst>
              </p:cNvPr>
              <p:cNvGrpSpPr/>
              <p:nvPr/>
            </p:nvGrpSpPr>
            <p:grpSpPr>
              <a:xfrm>
                <a:off x="4089573" y="2673082"/>
                <a:ext cx="389592" cy="389592"/>
                <a:chOff x="1771509" y="2828485"/>
                <a:chExt cx="389592" cy="389592"/>
              </a:xfrm>
              <a:noFill/>
            </p:grpSpPr>
            <p:sp>
              <p:nvSpPr>
                <p:cNvPr id="1191" name="Ovaal 1190">
                  <a:extLst>
                    <a:ext uri="{FF2B5EF4-FFF2-40B4-BE49-F238E27FC236}">
                      <a16:creationId xmlns:a16="http://schemas.microsoft.com/office/drawing/2014/main" id="{3B1F0EB8-51A7-892B-305E-2531ADB07B50}"/>
                    </a:ext>
                  </a:extLst>
                </p:cNvPr>
                <p:cNvSpPr/>
                <p:nvPr/>
              </p:nvSpPr>
              <p:spPr>
                <a:xfrm rot="2321871">
                  <a:off x="1829414" y="2886390"/>
                  <a:ext cx="273783" cy="273782"/>
                </a:xfrm>
                <a:prstGeom prst="ellips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  <p:cxnSp>
              <p:nvCxnSpPr>
                <p:cNvPr id="1192" name="Rechte verbindingslijn 1191">
                  <a:extLst>
                    <a:ext uri="{FF2B5EF4-FFF2-40B4-BE49-F238E27FC236}">
                      <a16:creationId xmlns:a16="http://schemas.microsoft.com/office/drawing/2014/main" id="{A3E78012-1E48-E094-871F-4932935EBD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66305" y="2828485"/>
                  <a:ext cx="0" cy="389592"/>
                </a:xfrm>
                <a:prstGeom prst="lin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193" name="Rechte verbindingslijn 1192">
                  <a:extLst>
                    <a:ext uri="{FF2B5EF4-FFF2-40B4-BE49-F238E27FC236}">
                      <a16:creationId xmlns:a16="http://schemas.microsoft.com/office/drawing/2014/main" id="{56B67A5C-EDC7-DC3C-D3E6-3EE73CC5F7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71509" y="3023281"/>
                  <a:ext cx="389592" cy="0"/>
                </a:xfrm>
                <a:prstGeom prst="lin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24" name="Tekstvak 1223">
              <a:extLst>
                <a:ext uri="{FF2B5EF4-FFF2-40B4-BE49-F238E27FC236}">
                  <a16:creationId xmlns:a16="http://schemas.microsoft.com/office/drawing/2014/main" id="{A2AB5669-DEE0-83C7-43BC-7BAA47F1FB2C}"/>
                </a:ext>
              </a:extLst>
            </p:cNvPr>
            <p:cNvSpPr txBox="1"/>
            <p:nvPr/>
          </p:nvSpPr>
          <p:spPr>
            <a:xfrm flipH="1">
              <a:off x="673435" y="2164487"/>
              <a:ext cx="1278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1</a:t>
              </a:r>
              <a:r>
                <a:rPr lang="nl-NL" baseline="30000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</a:t>
              </a:r>
              <a:r>
                <a:rPr lang="nl-NL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 Target</a:t>
              </a:r>
            </a:p>
          </p:txBody>
        </p:sp>
      </p:grpSp>
      <p:grpSp>
        <p:nvGrpSpPr>
          <p:cNvPr id="1226" name="Groep 1225">
            <a:extLst>
              <a:ext uri="{FF2B5EF4-FFF2-40B4-BE49-F238E27FC236}">
                <a16:creationId xmlns:a16="http://schemas.microsoft.com/office/drawing/2014/main" id="{EFC1241B-40A7-442B-331B-7F9918242951}"/>
              </a:ext>
            </a:extLst>
          </p:cNvPr>
          <p:cNvGrpSpPr/>
          <p:nvPr/>
        </p:nvGrpSpPr>
        <p:grpSpPr>
          <a:xfrm>
            <a:off x="3893770" y="2168747"/>
            <a:ext cx="1947959" cy="2465137"/>
            <a:chOff x="3137708" y="2192924"/>
            <a:chExt cx="1947959" cy="2465137"/>
          </a:xfrm>
        </p:grpSpPr>
        <p:grpSp>
          <p:nvGrpSpPr>
            <p:cNvPr id="1187" name="Groep 1186">
              <a:extLst>
                <a:ext uri="{FF2B5EF4-FFF2-40B4-BE49-F238E27FC236}">
                  <a16:creationId xmlns:a16="http://schemas.microsoft.com/office/drawing/2014/main" id="{3A77192B-8304-EB10-CD98-83FE3919EFF6}"/>
                </a:ext>
              </a:extLst>
            </p:cNvPr>
            <p:cNvGrpSpPr/>
            <p:nvPr/>
          </p:nvGrpSpPr>
          <p:grpSpPr>
            <a:xfrm>
              <a:off x="3137708" y="2712480"/>
              <a:ext cx="1947959" cy="1945581"/>
              <a:chOff x="2528834" y="2665660"/>
              <a:chExt cx="1947959" cy="1945581"/>
            </a:xfrm>
          </p:grpSpPr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2FF87C2A-D489-0384-192D-91A0EAA656C6}"/>
                  </a:ext>
                </a:extLst>
              </p:cNvPr>
              <p:cNvGrpSpPr/>
              <p:nvPr/>
            </p:nvGrpSpPr>
            <p:grpSpPr>
              <a:xfrm>
                <a:off x="2528834" y="2665660"/>
                <a:ext cx="1947959" cy="1945581"/>
                <a:chOff x="975565" y="1376863"/>
                <a:chExt cx="2743200" cy="2739852"/>
              </a:xfrm>
            </p:grpSpPr>
            <p:grpSp>
              <p:nvGrpSpPr>
                <p:cNvPr id="4" name="Groep 3">
                  <a:extLst>
                    <a:ext uri="{FF2B5EF4-FFF2-40B4-BE49-F238E27FC236}">
                      <a16:creationId xmlns:a16="http://schemas.microsoft.com/office/drawing/2014/main" id="{6563CEE9-73D4-AE08-1EE4-B938A650D39F}"/>
                    </a:ext>
                  </a:extLst>
                </p:cNvPr>
                <p:cNvGrpSpPr/>
                <p:nvPr/>
              </p:nvGrpSpPr>
              <p:grpSpPr>
                <a:xfrm>
                  <a:off x="975565" y="1376863"/>
                  <a:ext cx="2743200" cy="2739852"/>
                  <a:chOff x="9594106" y="4074900"/>
                  <a:chExt cx="1977531" cy="1975118"/>
                </a:xfrm>
              </p:grpSpPr>
              <p:grpSp>
                <p:nvGrpSpPr>
                  <p:cNvPr id="8" name="Groep 7">
                    <a:extLst>
                      <a:ext uri="{FF2B5EF4-FFF2-40B4-BE49-F238E27FC236}">
                        <a16:creationId xmlns:a16="http://schemas.microsoft.com/office/drawing/2014/main" id="{AD30AAA0-C0EF-828A-7F33-F6D4BE0A6FD5}"/>
                      </a:ext>
                    </a:extLst>
                  </p:cNvPr>
                  <p:cNvGrpSpPr/>
                  <p:nvPr/>
                </p:nvGrpSpPr>
                <p:grpSpPr>
                  <a:xfrm>
                    <a:off x="9594106" y="4074900"/>
                    <a:ext cx="1977531" cy="1975118"/>
                    <a:chOff x="8207125" y="2734255"/>
                    <a:chExt cx="3396345" cy="3392199"/>
                  </a:xfrm>
                </p:grpSpPr>
                <p:sp>
                  <p:nvSpPr>
                    <p:cNvPr id="14" name="Rechthoek 13">
                      <a:extLst>
                        <a:ext uri="{FF2B5EF4-FFF2-40B4-BE49-F238E27FC236}">
                          <a16:creationId xmlns:a16="http://schemas.microsoft.com/office/drawing/2014/main" id="{DFDE3DE7-39E5-842C-94F4-2DDA33D85B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273425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5" name="Rechthoek 14">
                      <a:extLst>
                        <a:ext uri="{FF2B5EF4-FFF2-40B4-BE49-F238E27FC236}">
                          <a16:creationId xmlns:a16="http://schemas.microsoft.com/office/drawing/2014/main" id="{14B527DA-999C-951D-7A8A-BD5D45AF12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6" name="Rechthoek 15">
                      <a:extLst>
                        <a:ext uri="{FF2B5EF4-FFF2-40B4-BE49-F238E27FC236}">
                          <a16:creationId xmlns:a16="http://schemas.microsoft.com/office/drawing/2014/main" id="{53739400-F22D-5CFA-69E8-C3D844A875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7" name="Rechthoek 16">
                      <a:extLst>
                        <a:ext uri="{FF2B5EF4-FFF2-40B4-BE49-F238E27FC236}">
                          <a16:creationId xmlns:a16="http://schemas.microsoft.com/office/drawing/2014/main" id="{A0642940-46DE-6FC1-6735-0A305AC3E7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8" name="Rechthoek 17">
                      <a:extLst>
                        <a:ext uri="{FF2B5EF4-FFF2-40B4-BE49-F238E27FC236}">
                          <a16:creationId xmlns:a16="http://schemas.microsoft.com/office/drawing/2014/main" id="{0003C4D1-4A8B-1581-1CC8-D45CE8F9EF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273425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9" name="Rechthoek 18">
                      <a:extLst>
                        <a:ext uri="{FF2B5EF4-FFF2-40B4-BE49-F238E27FC236}">
                          <a16:creationId xmlns:a16="http://schemas.microsoft.com/office/drawing/2014/main" id="{237F85A7-2EC3-FEEB-C8C6-844E9FF6B2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0" name="Rechthoek 19">
                      <a:extLst>
                        <a:ext uri="{FF2B5EF4-FFF2-40B4-BE49-F238E27FC236}">
                          <a16:creationId xmlns:a16="http://schemas.microsoft.com/office/drawing/2014/main" id="{A1AD6574-E4FB-57A9-FBEE-813C6091AC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1" name="Rechthoek 20">
                      <a:extLst>
                        <a:ext uri="{FF2B5EF4-FFF2-40B4-BE49-F238E27FC236}">
                          <a16:creationId xmlns:a16="http://schemas.microsoft.com/office/drawing/2014/main" id="{C61716FE-7F58-1414-BFBA-CA5E5F631A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2" name="Rechthoek 21">
                      <a:extLst>
                        <a:ext uri="{FF2B5EF4-FFF2-40B4-BE49-F238E27FC236}">
                          <a16:creationId xmlns:a16="http://schemas.microsoft.com/office/drawing/2014/main" id="{289BD263-AA3D-1EEB-1F98-88499EA59B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3" name="Rechthoek 22">
                      <a:extLst>
                        <a:ext uri="{FF2B5EF4-FFF2-40B4-BE49-F238E27FC236}">
                          <a16:creationId xmlns:a16="http://schemas.microsoft.com/office/drawing/2014/main" id="{FA651740-762B-0E1E-A826-43902D8E70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4" name="Rechthoek 23">
                      <a:extLst>
                        <a:ext uri="{FF2B5EF4-FFF2-40B4-BE49-F238E27FC236}">
                          <a16:creationId xmlns:a16="http://schemas.microsoft.com/office/drawing/2014/main" id="{441CBCB9-64C0-C271-A8D5-DB80F45C4E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5" name="Rechthoek 24">
                      <a:extLst>
                        <a:ext uri="{FF2B5EF4-FFF2-40B4-BE49-F238E27FC236}">
                          <a16:creationId xmlns:a16="http://schemas.microsoft.com/office/drawing/2014/main" id="{5226AB8C-F514-575E-ED39-30F812AA7A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6" name="Rechthoek 25">
                      <a:extLst>
                        <a:ext uri="{FF2B5EF4-FFF2-40B4-BE49-F238E27FC236}">
                          <a16:creationId xmlns:a16="http://schemas.microsoft.com/office/drawing/2014/main" id="{227D7451-1094-911B-3327-D49F4A524A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7" name="Rechthoek 26">
                      <a:extLst>
                        <a:ext uri="{FF2B5EF4-FFF2-40B4-BE49-F238E27FC236}">
                          <a16:creationId xmlns:a16="http://schemas.microsoft.com/office/drawing/2014/main" id="{E9A3098C-A773-5112-D444-9CA5B71587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1" y="4092792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8" name="Rechthoek 27">
                      <a:extLst>
                        <a:ext uri="{FF2B5EF4-FFF2-40B4-BE49-F238E27FC236}">
                          <a16:creationId xmlns:a16="http://schemas.microsoft.com/office/drawing/2014/main" id="{487F6EE9-CF38-0232-C315-153A1A66ED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9" name="Rechthoek 28">
                      <a:extLst>
                        <a:ext uri="{FF2B5EF4-FFF2-40B4-BE49-F238E27FC236}">
                          <a16:creationId xmlns:a16="http://schemas.microsoft.com/office/drawing/2014/main" id="{49C419C1-DA40-73DB-0BEB-4A6346DE2B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0" name="Rechthoek 29">
                      <a:extLst>
                        <a:ext uri="{FF2B5EF4-FFF2-40B4-BE49-F238E27FC236}">
                          <a16:creationId xmlns:a16="http://schemas.microsoft.com/office/drawing/2014/main" id="{C838735C-E5E9-0E6C-8A27-C59A167CF9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1" name="Rechthoek 30">
                      <a:extLst>
                        <a:ext uri="{FF2B5EF4-FFF2-40B4-BE49-F238E27FC236}">
                          <a16:creationId xmlns:a16="http://schemas.microsoft.com/office/drawing/2014/main" id="{E03FE10F-7A63-BD05-6DF0-A93B5491B8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2" name="Rechthoek 31">
                      <a:extLst>
                        <a:ext uri="{FF2B5EF4-FFF2-40B4-BE49-F238E27FC236}">
                          <a16:creationId xmlns:a16="http://schemas.microsoft.com/office/drawing/2014/main" id="{2B99E3AB-726A-AFEF-8CFD-AF6A27D920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4769988"/>
                      <a:ext cx="679269" cy="679269"/>
                    </a:xfrm>
                    <a:prstGeom prst="rect">
                      <a:avLst/>
                    </a:prstGeom>
                    <a:solidFill>
                      <a:srgbClr val="FF9F8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3" name="Rechthoek 32">
                      <a:extLst>
                        <a:ext uri="{FF2B5EF4-FFF2-40B4-BE49-F238E27FC236}">
                          <a16:creationId xmlns:a16="http://schemas.microsoft.com/office/drawing/2014/main" id="{828501A5-1B4A-03FE-F582-ECCA92BD4F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4" name="Rechthoek 33">
                      <a:extLst>
                        <a:ext uri="{FF2B5EF4-FFF2-40B4-BE49-F238E27FC236}">
                          <a16:creationId xmlns:a16="http://schemas.microsoft.com/office/drawing/2014/main" id="{D0CA92EC-0219-A830-DF29-107E7DD0FF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5" name="Rechthoek 34">
                      <a:extLst>
                        <a:ext uri="{FF2B5EF4-FFF2-40B4-BE49-F238E27FC236}">
                          <a16:creationId xmlns:a16="http://schemas.microsoft.com/office/drawing/2014/main" id="{822E3251-AADD-08C8-53C6-1B64A5D455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544718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6" name="Rechthoek 35">
                      <a:extLst>
                        <a:ext uri="{FF2B5EF4-FFF2-40B4-BE49-F238E27FC236}">
                          <a16:creationId xmlns:a16="http://schemas.microsoft.com/office/drawing/2014/main" id="{679FCC6D-999B-5D9C-83DB-E07F5E7896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7" name="Rechthoek 36">
                      <a:extLst>
                        <a:ext uri="{FF2B5EF4-FFF2-40B4-BE49-F238E27FC236}">
                          <a16:creationId xmlns:a16="http://schemas.microsoft.com/office/drawing/2014/main" id="{60A5C141-6541-ECD5-0ADA-8AA43DB0E4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8" name="Rechthoek 37">
                      <a:extLst>
                        <a:ext uri="{FF2B5EF4-FFF2-40B4-BE49-F238E27FC236}">
                          <a16:creationId xmlns:a16="http://schemas.microsoft.com/office/drawing/2014/main" id="{ED30FA96-58C7-C68D-0059-049179A074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</p:grpSp>
              <p:sp>
                <p:nvSpPr>
                  <p:cNvPr id="6" name="Vrije vorm: vorm 5">
                    <a:extLst>
                      <a:ext uri="{FF2B5EF4-FFF2-40B4-BE49-F238E27FC236}">
                        <a16:creationId xmlns:a16="http://schemas.microsoft.com/office/drawing/2014/main" id="{63877632-A48C-68B5-D7AF-126851738DF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9709895" y="4203805"/>
                    <a:ext cx="190155" cy="163926"/>
                  </a:xfrm>
                  <a:custGeom>
                    <a:avLst/>
                    <a:gdLst>
                      <a:gd name="connsiteX0" fmla="*/ 495300 w 990600"/>
                      <a:gd name="connsiteY0" fmla="*/ 0 h 853966"/>
                      <a:gd name="connsiteX1" fmla="*/ 990600 w 990600"/>
                      <a:gd name="connsiteY1" fmla="*/ 853966 h 853966"/>
                      <a:gd name="connsiteX2" fmla="*/ 582332 w 990600"/>
                      <a:gd name="connsiteY2" fmla="*/ 853966 h 853966"/>
                      <a:gd name="connsiteX3" fmla="*/ 495300 w 990600"/>
                      <a:gd name="connsiteY3" fmla="*/ 703912 h 853966"/>
                      <a:gd name="connsiteX4" fmla="*/ 408269 w 990600"/>
                      <a:gd name="connsiteY4" fmla="*/ 853966 h 853966"/>
                      <a:gd name="connsiteX5" fmla="*/ 0 w 990600"/>
                      <a:gd name="connsiteY5" fmla="*/ 853966 h 8539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90600" h="853966">
                        <a:moveTo>
                          <a:pt x="495300" y="0"/>
                        </a:moveTo>
                        <a:lnTo>
                          <a:pt x="990600" y="853966"/>
                        </a:lnTo>
                        <a:lnTo>
                          <a:pt x="582332" y="853966"/>
                        </a:lnTo>
                        <a:lnTo>
                          <a:pt x="495300" y="703912"/>
                        </a:lnTo>
                        <a:lnTo>
                          <a:pt x="408269" y="853966"/>
                        </a:lnTo>
                        <a:lnTo>
                          <a:pt x="0" y="853966"/>
                        </a:lnTo>
                        <a:close/>
                      </a:path>
                    </a:pathLst>
                  </a:custGeom>
                  <a:noFill/>
                  <a:ln>
                    <a:solidFill>
                      <a:srgbClr val="042433">
                        <a:alpha val="87059"/>
                      </a:srgb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cxnSp>
              <p:nvCxnSpPr>
                <p:cNvPr id="42" name="Rechte verbindingslijn met pijl 41">
                  <a:extLst>
                    <a:ext uri="{FF2B5EF4-FFF2-40B4-BE49-F238E27FC236}">
                      <a16:creationId xmlns:a16="http://schemas.microsoft.com/office/drawing/2014/main" id="{E53DB717-EF13-9723-9208-2C7A0622B622}"/>
                    </a:ext>
                  </a:extLst>
                </p:cNvPr>
                <p:cNvCxnSpPr>
                  <a:stCxn id="15" idx="1"/>
                  <a:endCxn id="17" idx="3"/>
                </p:cNvCxnSpPr>
                <p:nvPr/>
              </p:nvCxnSpPr>
              <p:spPr>
                <a:xfrm>
                  <a:off x="1524205" y="1651183"/>
                  <a:ext cx="1645920" cy="0"/>
                </a:xfrm>
                <a:prstGeom prst="straightConnector1">
                  <a:avLst/>
                </a:prstGeom>
                <a:ln w="28575">
                  <a:prstDash val="solid"/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45" name="Vrije vorm: vorm 44">
                  <a:extLst>
                    <a:ext uri="{FF2B5EF4-FFF2-40B4-BE49-F238E27FC236}">
                      <a16:creationId xmlns:a16="http://schemas.microsoft.com/office/drawing/2014/main" id="{81F92E95-64E0-2992-F2D2-A8EB944B6077}"/>
                    </a:ext>
                  </a:extLst>
                </p:cNvPr>
                <p:cNvSpPr/>
                <p:nvPr/>
              </p:nvSpPr>
              <p:spPr>
                <a:xfrm rot="10800000">
                  <a:off x="3312555" y="1607755"/>
                  <a:ext cx="263780" cy="227395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grpSp>
            <p:nvGrpSpPr>
              <p:cNvPr id="1186" name="Groep 1185">
                <a:extLst>
                  <a:ext uri="{FF2B5EF4-FFF2-40B4-BE49-F238E27FC236}">
                    <a16:creationId xmlns:a16="http://schemas.microsoft.com/office/drawing/2014/main" id="{8DE6BCB0-62EC-DAFC-39C0-46B322932522}"/>
                  </a:ext>
                </a:extLst>
              </p:cNvPr>
              <p:cNvGrpSpPr/>
              <p:nvPr/>
            </p:nvGrpSpPr>
            <p:grpSpPr>
              <a:xfrm>
                <a:off x="3697609" y="3827682"/>
                <a:ext cx="389592" cy="389592"/>
                <a:chOff x="1379545" y="3983085"/>
                <a:chExt cx="389592" cy="389592"/>
              </a:xfrm>
              <a:noFill/>
            </p:grpSpPr>
            <p:sp>
              <p:nvSpPr>
                <p:cNvPr id="1177" name="Ovaal 1176">
                  <a:extLst>
                    <a:ext uri="{FF2B5EF4-FFF2-40B4-BE49-F238E27FC236}">
                      <a16:creationId xmlns:a16="http://schemas.microsoft.com/office/drawing/2014/main" id="{62791347-5990-F6C3-1BDE-91B14809DD90}"/>
                    </a:ext>
                  </a:extLst>
                </p:cNvPr>
                <p:cNvSpPr/>
                <p:nvPr/>
              </p:nvSpPr>
              <p:spPr>
                <a:xfrm rot="2321871">
                  <a:off x="1437450" y="4040990"/>
                  <a:ext cx="273783" cy="273782"/>
                </a:xfrm>
                <a:prstGeom prst="ellips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dirty="0"/>
                </a:p>
              </p:txBody>
            </p:sp>
            <p:cxnSp>
              <p:nvCxnSpPr>
                <p:cNvPr id="1178" name="Rechte verbindingslijn 1177">
                  <a:extLst>
                    <a:ext uri="{FF2B5EF4-FFF2-40B4-BE49-F238E27FC236}">
                      <a16:creationId xmlns:a16="http://schemas.microsoft.com/office/drawing/2014/main" id="{D245BC17-1466-76AF-D6C1-CE9984B485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74341" y="3983085"/>
                  <a:ext cx="0" cy="389592"/>
                </a:xfrm>
                <a:prstGeom prst="lin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179" name="Rechte verbindingslijn 1178">
                  <a:extLst>
                    <a:ext uri="{FF2B5EF4-FFF2-40B4-BE49-F238E27FC236}">
                      <a16:creationId xmlns:a16="http://schemas.microsoft.com/office/drawing/2014/main" id="{D78914C4-2795-8827-C0D9-BF7CDC33E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79545" y="4177881"/>
                  <a:ext cx="389592" cy="0"/>
                </a:xfrm>
                <a:prstGeom prst="lin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25" name="Tekstvak 1224">
              <a:extLst>
                <a:ext uri="{FF2B5EF4-FFF2-40B4-BE49-F238E27FC236}">
                  <a16:creationId xmlns:a16="http://schemas.microsoft.com/office/drawing/2014/main" id="{872B1A02-CF5B-8299-48C7-3EF5794D7949}"/>
                </a:ext>
              </a:extLst>
            </p:cNvPr>
            <p:cNvSpPr txBox="1"/>
            <p:nvPr/>
          </p:nvSpPr>
          <p:spPr>
            <a:xfrm flipH="1">
              <a:off x="3472559" y="2192924"/>
              <a:ext cx="1278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2</a:t>
              </a:r>
              <a:r>
                <a:rPr lang="nl-NL" baseline="30000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</a:t>
              </a:r>
              <a:r>
                <a:rPr lang="nl-NL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 Target</a:t>
              </a:r>
            </a:p>
          </p:txBody>
        </p:sp>
      </p:grpSp>
      <p:sp>
        <p:nvSpPr>
          <p:cNvPr id="1229" name="Tekstvak 1228">
            <a:extLst>
              <a:ext uri="{FF2B5EF4-FFF2-40B4-BE49-F238E27FC236}">
                <a16:creationId xmlns:a16="http://schemas.microsoft.com/office/drawing/2014/main" id="{CBB35412-13FE-A156-5137-4A3C75D94812}"/>
              </a:ext>
            </a:extLst>
          </p:cNvPr>
          <p:cNvSpPr txBox="1"/>
          <p:nvPr/>
        </p:nvSpPr>
        <p:spPr>
          <a:xfrm>
            <a:off x="8839200" y="3486605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Kortste pad / Dijkstra</a:t>
            </a:r>
          </a:p>
        </p:txBody>
      </p:sp>
      <p:sp>
        <p:nvSpPr>
          <p:cNvPr id="1230" name="Tekstvak 1229">
            <a:extLst>
              <a:ext uri="{FF2B5EF4-FFF2-40B4-BE49-F238E27FC236}">
                <a16:creationId xmlns:a16="http://schemas.microsoft.com/office/drawing/2014/main" id="{62AEA9C5-79EC-5D7B-DBDD-0F3EEF3AD8BE}"/>
              </a:ext>
            </a:extLst>
          </p:cNvPr>
          <p:cNvSpPr txBox="1"/>
          <p:nvPr/>
        </p:nvSpPr>
        <p:spPr>
          <a:xfrm>
            <a:off x="8839975" y="4607215"/>
            <a:ext cx="3079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1E1E1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Non-target</a:t>
            </a:r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 </a:t>
            </a:r>
            <a:r>
              <a:rPr lang="nl-NL" dirty="0" err="1">
                <a:solidFill>
                  <a:srgbClr val="1E1E1E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avoidance</a:t>
            </a:r>
            <a:endParaRPr lang="nl-NL" dirty="0">
              <a:solidFill>
                <a:srgbClr val="1E1E1E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grpSp>
        <p:nvGrpSpPr>
          <p:cNvPr id="1241" name="Groep 1240">
            <a:extLst>
              <a:ext uri="{FF2B5EF4-FFF2-40B4-BE49-F238E27FC236}">
                <a16:creationId xmlns:a16="http://schemas.microsoft.com/office/drawing/2014/main" id="{83E603C2-2944-3E34-0616-56EE93F99D36}"/>
              </a:ext>
            </a:extLst>
          </p:cNvPr>
          <p:cNvGrpSpPr/>
          <p:nvPr/>
        </p:nvGrpSpPr>
        <p:grpSpPr>
          <a:xfrm>
            <a:off x="6750813" y="3847520"/>
            <a:ext cx="1899239" cy="1896921"/>
            <a:chOff x="6750813" y="3847520"/>
            <a:chExt cx="1899239" cy="1896921"/>
          </a:xfrm>
          <a:noFill/>
        </p:grpSpPr>
        <p:grpSp>
          <p:nvGrpSpPr>
            <p:cNvPr id="1159" name="Groep 1158">
              <a:extLst>
                <a:ext uri="{FF2B5EF4-FFF2-40B4-BE49-F238E27FC236}">
                  <a16:creationId xmlns:a16="http://schemas.microsoft.com/office/drawing/2014/main" id="{AE429F25-AC20-BB4A-964D-655D89210257}"/>
                </a:ext>
              </a:extLst>
            </p:cNvPr>
            <p:cNvGrpSpPr/>
            <p:nvPr/>
          </p:nvGrpSpPr>
          <p:grpSpPr>
            <a:xfrm>
              <a:off x="6750813" y="3847520"/>
              <a:ext cx="1899239" cy="1896921"/>
              <a:chOff x="7621549" y="2499622"/>
              <a:chExt cx="1745280" cy="1743150"/>
            </a:xfrm>
            <a:grpFill/>
          </p:grpSpPr>
          <p:grpSp>
            <p:nvGrpSpPr>
              <p:cNvPr id="1119" name="Groep 1118">
                <a:extLst>
                  <a:ext uri="{FF2B5EF4-FFF2-40B4-BE49-F238E27FC236}">
                    <a16:creationId xmlns:a16="http://schemas.microsoft.com/office/drawing/2014/main" id="{D5AC2A2E-3FCB-F5A3-DCB4-63B32F9DA986}"/>
                  </a:ext>
                </a:extLst>
              </p:cNvPr>
              <p:cNvGrpSpPr/>
              <p:nvPr/>
            </p:nvGrpSpPr>
            <p:grpSpPr>
              <a:xfrm>
                <a:off x="7621549" y="2499622"/>
                <a:ext cx="1745280" cy="1743150"/>
                <a:chOff x="3234863" y="1367836"/>
                <a:chExt cx="1806692" cy="1804487"/>
              </a:xfrm>
              <a:grpFill/>
            </p:grpSpPr>
            <p:grpSp>
              <p:nvGrpSpPr>
                <p:cNvPr id="1127" name="Groep 1126">
                  <a:extLst>
                    <a:ext uri="{FF2B5EF4-FFF2-40B4-BE49-F238E27FC236}">
                      <a16:creationId xmlns:a16="http://schemas.microsoft.com/office/drawing/2014/main" id="{A0D0FAA5-8820-2622-A25A-B9AC22E5BD6C}"/>
                    </a:ext>
                  </a:extLst>
                </p:cNvPr>
                <p:cNvGrpSpPr/>
                <p:nvPr/>
              </p:nvGrpSpPr>
              <p:grpSpPr>
                <a:xfrm>
                  <a:off x="3234863" y="1367836"/>
                  <a:ext cx="1806692" cy="1804487"/>
                  <a:chOff x="8207125" y="2734255"/>
                  <a:chExt cx="3396345" cy="3392199"/>
                </a:xfrm>
                <a:grpFill/>
              </p:grpSpPr>
              <p:sp>
                <p:nvSpPr>
                  <p:cNvPr id="1129" name="Rechthoek 1128">
                    <a:extLst>
                      <a:ext uri="{FF2B5EF4-FFF2-40B4-BE49-F238E27FC236}">
                        <a16:creationId xmlns:a16="http://schemas.microsoft.com/office/drawing/2014/main" id="{51EBD885-032B-5C58-AC81-F753D11DF7F9}"/>
                      </a:ext>
                    </a:extLst>
                  </p:cNvPr>
                  <p:cNvSpPr/>
                  <p:nvPr/>
                </p:nvSpPr>
                <p:spPr>
                  <a:xfrm>
                    <a:off x="8207125" y="273425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0" name="Rechthoek 1129">
                    <a:extLst>
                      <a:ext uri="{FF2B5EF4-FFF2-40B4-BE49-F238E27FC236}">
                        <a16:creationId xmlns:a16="http://schemas.microsoft.com/office/drawing/2014/main" id="{00CBB6BB-7AD6-20F4-88F3-9799ADBB0381}"/>
                      </a:ext>
                    </a:extLst>
                  </p:cNvPr>
                  <p:cNvSpPr/>
                  <p:nvPr/>
                </p:nvSpPr>
                <p:spPr>
                  <a:xfrm>
                    <a:off x="8886394" y="273425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1" name="Rechthoek 1130">
                    <a:extLst>
                      <a:ext uri="{FF2B5EF4-FFF2-40B4-BE49-F238E27FC236}">
                        <a16:creationId xmlns:a16="http://schemas.microsoft.com/office/drawing/2014/main" id="{9476E25C-678D-9314-B982-289A8B085D04}"/>
                      </a:ext>
                    </a:extLst>
                  </p:cNvPr>
                  <p:cNvSpPr/>
                  <p:nvPr/>
                </p:nvSpPr>
                <p:spPr>
                  <a:xfrm>
                    <a:off x="9565663" y="273425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2" name="Rechthoek 1131">
                    <a:extLst>
                      <a:ext uri="{FF2B5EF4-FFF2-40B4-BE49-F238E27FC236}">
                        <a16:creationId xmlns:a16="http://schemas.microsoft.com/office/drawing/2014/main" id="{6EF60E16-BDCB-DB79-9132-A1A2606C9A18}"/>
                      </a:ext>
                    </a:extLst>
                  </p:cNvPr>
                  <p:cNvSpPr/>
                  <p:nvPr/>
                </p:nvSpPr>
                <p:spPr>
                  <a:xfrm>
                    <a:off x="10244932" y="273425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3" name="Rechthoek 1132">
                    <a:extLst>
                      <a:ext uri="{FF2B5EF4-FFF2-40B4-BE49-F238E27FC236}">
                        <a16:creationId xmlns:a16="http://schemas.microsoft.com/office/drawing/2014/main" id="{3969155D-7EB5-40AA-EF6A-56D6A11A405A}"/>
                      </a:ext>
                    </a:extLst>
                  </p:cNvPr>
                  <p:cNvSpPr/>
                  <p:nvPr/>
                </p:nvSpPr>
                <p:spPr>
                  <a:xfrm>
                    <a:off x="10924201" y="273425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4" name="Rechthoek 1133">
                    <a:extLst>
                      <a:ext uri="{FF2B5EF4-FFF2-40B4-BE49-F238E27FC236}">
                        <a16:creationId xmlns:a16="http://schemas.microsoft.com/office/drawing/2014/main" id="{19CEAF1F-512A-EF9B-CE67-B088F759AFB4}"/>
                      </a:ext>
                    </a:extLst>
                  </p:cNvPr>
                  <p:cNvSpPr/>
                  <p:nvPr/>
                </p:nvSpPr>
                <p:spPr>
                  <a:xfrm>
                    <a:off x="8207125" y="3413523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5" name="Rechthoek 1134">
                    <a:extLst>
                      <a:ext uri="{FF2B5EF4-FFF2-40B4-BE49-F238E27FC236}">
                        <a16:creationId xmlns:a16="http://schemas.microsoft.com/office/drawing/2014/main" id="{8EADD797-9CE3-B274-BD17-7D49A3C37628}"/>
                      </a:ext>
                    </a:extLst>
                  </p:cNvPr>
                  <p:cNvSpPr/>
                  <p:nvPr/>
                </p:nvSpPr>
                <p:spPr>
                  <a:xfrm>
                    <a:off x="8886394" y="3413523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6" name="Rechthoek 1135">
                    <a:extLst>
                      <a:ext uri="{FF2B5EF4-FFF2-40B4-BE49-F238E27FC236}">
                        <a16:creationId xmlns:a16="http://schemas.microsoft.com/office/drawing/2014/main" id="{3C399971-6341-F518-0F9E-F2CA8FBC679E}"/>
                      </a:ext>
                    </a:extLst>
                  </p:cNvPr>
                  <p:cNvSpPr/>
                  <p:nvPr/>
                </p:nvSpPr>
                <p:spPr>
                  <a:xfrm>
                    <a:off x="9565663" y="3413523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7" name="Rechthoek 1136">
                    <a:extLst>
                      <a:ext uri="{FF2B5EF4-FFF2-40B4-BE49-F238E27FC236}">
                        <a16:creationId xmlns:a16="http://schemas.microsoft.com/office/drawing/2014/main" id="{D8A45E09-66D1-B072-33CF-C5D71653C04B}"/>
                      </a:ext>
                    </a:extLst>
                  </p:cNvPr>
                  <p:cNvSpPr/>
                  <p:nvPr/>
                </p:nvSpPr>
                <p:spPr>
                  <a:xfrm>
                    <a:off x="10244932" y="3413523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8" name="Rechthoek 1137">
                    <a:extLst>
                      <a:ext uri="{FF2B5EF4-FFF2-40B4-BE49-F238E27FC236}">
                        <a16:creationId xmlns:a16="http://schemas.microsoft.com/office/drawing/2014/main" id="{06573809-C323-B716-88B2-FA6072FADC24}"/>
                      </a:ext>
                    </a:extLst>
                  </p:cNvPr>
                  <p:cNvSpPr/>
                  <p:nvPr/>
                </p:nvSpPr>
                <p:spPr>
                  <a:xfrm>
                    <a:off x="10924201" y="3413523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9" name="Rechthoek 1138">
                    <a:extLst>
                      <a:ext uri="{FF2B5EF4-FFF2-40B4-BE49-F238E27FC236}">
                        <a16:creationId xmlns:a16="http://schemas.microsoft.com/office/drawing/2014/main" id="{9CC797DE-E73B-8783-1293-37EF43AED524}"/>
                      </a:ext>
                    </a:extLst>
                  </p:cNvPr>
                  <p:cNvSpPr/>
                  <p:nvPr/>
                </p:nvSpPr>
                <p:spPr>
                  <a:xfrm>
                    <a:off x="8207125" y="4092792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0" name="Rechthoek 1139">
                    <a:extLst>
                      <a:ext uri="{FF2B5EF4-FFF2-40B4-BE49-F238E27FC236}">
                        <a16:creationId xmlns:a16="http://schemas.microsoft.com/office/drawing/2014/main" id="{3C641972-7B42-6AA4-FCFA-FF0219003519}"/>
                      </a:ext>
                    </a:extLst>
                  </p:cNvPr>
                  <p:cNvSpPr/>
                  <p:nvPr/>
                </p:nvSpPr>
                <p:spPr>
                  <a:xfrm>
                    <a:off x="8886394" y="4092792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1" name="Rechthoek 1140">
                    <a:extLst>
                      <a:ext uri="{FF2B5EF4-FFF2-40B4-BE49-F238E27FC236}">
                        <a16:creationId xmlns:a16="http://schemas.microsoft.com/office/drawing/2014/main" id="{C2F69739-7E4D-4020-9F92-BD01B0A31116}"/>
                      </a:ext>
                    </a:extLst>
                  </p:cNvPr>
                  <p:cNvSpPr/>
                  <p:nvPr/>
                </p:nvSpPr>
                <p:spPr>
                  <a:xfrm>
                    <a:off x="9565663" y="4092792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2" name="Rechthoek 1141">
                    <a:extLst>
                      <a:ext uri="{FF2B5EF4-FFF2-40B4-BE49-F238E27FC236}">
                        <a16:creationId xmlns:a16="http://schemas.microsoft.com/office/drawing/2014/main" id="{E3814CB4-C2E9-8287-573E-3B10470BC99D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092792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3" name="Rechthoek 1142">
                    <a:extLst>
                      <a:ext uri="{FF2B5EF4-FFF2-40B4-BE49-F238E27FC236}">
                        <a16:creationId xmlns:a16="http://schemas.microsoft.com/office/drawing/2014/main" id="{C0E2AF71-719B-EBD6-8C23-10BF9F8187DE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092792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4" name="Rechthoek 1143">
                    <a:extLst>
                      <a:ext uri="{FF2B5EF4-FFF2-40B4-BE49-F238E27FC236}">
                        <a16:creationId xmlns:a16="http://schemas.microsoft.com/office/drawing/2014/main" id="{4739B06F-E71E-4A66-6149-09B697D8885F}"/>
                      </a:ext>
                    </a:extLst>
                  </p:cNvPr>
                  <p:cNvSpPr/>
                  <p:nvPr/>
                </p:nvSpPr>
                <p:spPr>
                  <a:xfrm>
                    <a:off x="8207125" y="4769988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5" name="Rechthoek 1144">
                    <a:extLst>
                      <a:ext uri="{FF2B5EF4-FFF2-40B4-BE49-F238E27FC236}">
                        <a16:creationId xmlns:a16="http://schemas.microsoft.com/office/drawing/2014/main" id="{D867A063-1CA4-0B43-96A0-CFF2EAB4B194}"/>
                      </a:ext>
                    </a:extLst>
                  </p:cNvPr>
                  <p:cNvSpPr/>
                  <p:nvPr/>
                </p:nvSpPr>
                <p:spPr>
                  <a:xfrm>
                    <a:off x="8886394" y="4769988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6" name="Rechthoek 1145">
                    <a:extLst>
                      <a:ext uri="{FF2B5EF4-FFF2-40B4-BE49-F238E27FC236}">
                        <a16:creationId xmlns:a16="http://schemas.microsoft.com/office/drawing/2014/main" id="{6F757568-2380-B3DF-7138-BF99D797836F}"/>
                      </a:ext>
                    </a:extLst>
                  </p:cNvPr>
                  <p:cNvSpPr/>
                  <p:nvPr/>
                </p:nvSpPr>
                <p:spPr>
                  <a:xfrm>
                    <a:off x="9565663" y="4769988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7" name="Rechthoek 1146">
                    <a:extLst>
                      <a:ext uri="{FF2B5EF4-FFF2-40B4-BE49-F238E27FC236}">
                        <a16:creationId xmlns:a16="http://schemas.microsoft.com/office/drawing/2014/main" id="{7140252C-C2B7-60FA-C9F3-E246EB937E61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769988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8" name="Rechthoek 1147">
                    <a:extLst>
                      <a:ext uri="{FF2B5EF4-FFF2-40B4-BE49-F238E27FC236}">
                        <a16:creationId xmlns:a16="http://schemas.microsoft.com/office/drawing/2014/main" id="{4760FBAC-6CAC-42E6-C1F4-D39C49843F4B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769988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9" name="Rechthoek 1148">
                    <a:extLst>
                      <a:ext uri="{FF2B5EF4-FFF2-40B4-BE49-F238E27FC236}">
                        <a16:creationId xmlns:a16="http://schemas.microsoft.com/office/drawing/2014/main" id="{3604EDE7-4AE4-CAA6-AED3-268A998A4954}"/>
                      </a:ext>
                    </a:extLst>
                  </p:cNvPr>
                  <p:cNvSpPr/>
                  <p:nvPr/>
                </p:nvSpPr>
                <p:spPr>
                  <a:xfrm>
                    <a:off x="8207125" y="544718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0" name="Rechthoek 1149">
                    <a:extLst>
                      <a:ext uri="{FF2B5EF4-FFF2-40B4-BE49-F238E27FC236}">
                        <a16:creationId xmlns:a16="http://schemas.microsoft.com/office/drawing/2014/main" id="{3DED7CCC-168D-EC66-4BB9-A6A369B33B5A}"/>
                      </a:ext>
                    </a:extLst>
                  </p:cNvPr>
                  <p:cNvSpPr/>
                  <p:nvPr/>
                </p:nvSpPr>
                <p:spPr>
                  <a:xfrm>
                    <a:off x="8886394" y="544718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1" name="Rechthoek 1150">
                    <a:extLst>
                      <a:ext uri="{FF2B5EF4-FFF2-40B4-BE49-F238E27FC236}">
                        <a16:creationId xmlns:a16="http://schemas.microsoft.com/office/drawing/2014/main" id="{1BD4D59A-F09A-4091-9827-D8CF50AC9D85}"/>
                      </a:ext>
                    </a:extLst>
                  </p:cNvPr>
                  <p:cNvSpPr/>
                  <p:nvPr/>
                </p:nvSpPr>
                <p:spPr>
                  <a:xfrm>
                    <a:off x="9565663" y="544718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2" name="Rechthoek 1151">
                    <a:extLst>
                      <a:ext uri="{FF2B5EF4-FFF2-40B4-BE49-F238E27FC236}">
                        <a16:creationId xmlns:a16="http://schemas.microsoft.com/office/drawing/2014/main" id="{3744B106-16A8-9343-7152-C6E4308773C8}"/>
                      </a:ext>
                    </a:extLst>
                  </p:cNvPr>
                  <p:cNvSpPr/>
                  <p:nvPr/>
                </p:nvSpPr>
                <p:spPr>
                  <a:xfrm>
                    <a:off x="10244932" y="544718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3" name="Rechthoek 1152">
                    <a:extLst>
                      <a:ext uri="{FF2B5EF4-FFF2-40B4-BE49-F238E27FC236}">
                        <a16:creationId xmlns:a16="http://schemas.microsoft.com/office/drawing/2014/main" id="{8CE673EB-98CF-6E5E-E0F6-29A18410EF8F}"/>
                      </a:ext>
                    </a:extLst>
                  </p:cNvPr>
                  <p:cNvSpPr/>
                  <p:nvPr/>
                </p:nvSpPr>
                <p:spPr>
                  <a:xfrm>
                    <a:off x="10924201" y="5447185"/>
                    <a:ext cx="679269" cy="679269"/>
                  </a:xfrm>
                  <a:prstGeom prst="rect">
                    <a:avLst/>
                  </a:prstGeom>
                  <a:grpFill/>
                  <a:ln w="28575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cxnSp>
              <p:nvCxnSpPr>
                <p:cNvPr id="1121" name="Rechte verbindingslijn 1120">
                  <a:extLst>
                    <a:ext uri="{FF2B5EF4-FFF2-40B4-BE49-F238E27FC236}">
                      <a16:creationId xmlns:a16="http://schemas.microsoft.com/office/drawing/2014/main" id="{1DFA9F0F-4F85-2D41-A13B-EB1785956C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60886" y="1745188"/>
                  <a:ext cx="0" cy="850168"/>
                </a:xfrm>
                <a:prstGeom prst="line">
                  <a:avLst/>
                </a:prstGeom>
                <a:grpFill/>
                <a:ln w="28575">
                  <a:noFill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122" name="Rechte verbindingslijn 1121">
                  <a:extLst>
                    <a:ext uri="{FF2B5EF4-FFF2-40B4-BE49-F238E27FC236}">
                      <a16:creationId xmlns:a16="http://schemas.microsoft.com/office/drawing/2014/main" id="{56456082-33F2-A92C-2275-7D90396F4109}"/>
                    </a:ext>
                  </a:extLst>
                </p:cNvPr>
                <p:cNvCxnSpPr>
                  <a:cxnSpLocks/>
                  <a:stCxn id="1133" idx="2"/>
                </p:cNvCxnSpPr>
                <p:nvPr/>
              </p:nvCxnSpPr>
              <p:spPr>
                <a:xfrm>
                  <a:off x="4860886" y="1729174"/>
                  <a:ext cx="0" cy="190195"/>
                </a:xfrm>
                <a:prstGeom prst="line">
                  <a:avLst/>
                </a:prstGeom>
                <a:grpFill/>
                <a:ln w="28575">
                  <a:noFill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123" name="Vrije vorm: vorm 1122">
                  <a:extLst>
                    <a:ext uri="{FF2B5EF4-FFF2-40B4-BE49-F238E27FC236}">
                      <a16:creationId xmlns:a16="http://schemas.microsoft.com/office/drawing/2014/main" id="{1D13BCEC-187E-BEA5-9BF9-3570FCE02294}"/>
                    </a:ext>
                  </a:extLst>
                </p:cNvPr>
                <p:cNvSpPr/>
                <p:nvPr/>
              </p:nvSpPr>
              <p:spPr>
                <a:xfrm rot="10800000">
                  <a:off x="4772754" y="1482650"/>
                  <a:ext cx="173727" cy="149764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sp>
            <p:nvSpPr>
              <p:cNvPr id="1158" name="Vrije vorm: vorm 1157">
                <a:extLst>
                  <a:ext uri="{FF2B5EF4-FFF2-40B4-BE49-F238E27FC236}">
                    <a16:creationId xmlns:a16="http://schemas.microsoft.com/office/drawing/2014/main" id="{FEBE7E98-9DD1-C291-9C6F-9E9CAEA9DFAA}"/>
                  </a:ext>
                </a:extLst>
              </p:cNvPr>
              <p:cNvSpPr/>
              <p:nvPr/>
            </p:nvSpPr>
            <p:spPr>
              <a:xfrm rot="16200000">
                <a:off x="9084610" y="3665654"/>
                <a:ext cx="167822" cy="144673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</p:grpSp>
        <p:sp>
          <p:nvSpPr>
            <p:cNvPr id="1231" name="Ovaal 1230">
              <a:extLst>
                <a:ext uri="{FF2B5EF4-FFF2-40B4-BE49-F238E27FC236}">
                  <a16:creationId xmlns:a16="http://schemas.microsoft.com/office/drawing/2014/main" id="{A44FCE24-530E-535F-BB07-1A5DDFD595A5}"/>
                </a:ext>
              </a:extLst>
            </p:cNvPr>
            <p:cNvSpPr/>
            <p:nvPr/>
          </p:nvSpPr>
          <p:spPr>
            <a:xfrm rot="2321871">
              <a:off x="7951090" y="5030082"/>
              <a:ext cx="273783" cy="273782"/>
            </a:xfrm>
            <a:prstGeom prst="ellipse">
              <a:avLst/>
            </a:prstGeom>
            <a:grpFill/>
            <a:ln w="28575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232" name="Rechte verbindingslijn 1231">
              <a:extLst>
                <a:ext uri="{FF2B5EF4-FFF2-40B4-BE49-F238E27FC236}">
                  <a16:creationId xmlns:a16="http://schemas.microsoft.com/office/drawing/2014/main" id="{6ECAD340-3BE3-B136-3314-75E3CBF3C04B}"/>
                </a:ext>
              </a:extLst>
            </p:cNvPr>
            <p:cNvCxnSpPr>
              <a:cxnSpLocks/>
            </p:cNvCxnSpPr>
            <p:nvPr/>
          </p:nvCxnSpPr>
          <p:spPr>
            <a:xfrm>
              <a:off x="8087981" y="4972177"/>
              <a:ext cx="0" cy="389592"/>
            </a:xfrm>
            <a:prstGeom prst="line">
              <a:avLst/>
            </a:prstGeom>
            <a:grpFill/>
            <a:ln w="28575">
              <a:noFill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3" name="Rechte verbindingslijn 1232">
              <a:extLst>
                <a:ext uri="{FF2B5EF4-FFF2-40B4-BE49-F238E27FC236}">
                  <a16:creationId xmlns:a16="http://schemas.microsoft.com/office/drawing/2014/main" id="{17B77FC8-2769-43AD-873C-8ED9082479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3185" y="5166973"/>
              <a:ext cx="389592" cy="0"/>
            </a:xfrm>
            <a:prstGeom prst="line">
              <a:avLst/>
            </a:prstGeom>
            <a:grpFill/>
            <a:ln w="28575">
              <a:noFill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40" name="Groep 1239">
            <a:extLst>
              <a:ext uri="{FF2B5EF4-FFF2-40B4-BE49-F238E27FC236}">
                <a16:creationId xmlns:a16="http://schemas.microsoft.com/office/drawing/2014/main" id="{0BC729A1-A773-6238-CB91-DBDD2D09A052}"/>
              </a:ext>
            </a:extLst>
          </p:cNvPr>
          <p:cNvGrpSpPr/>
          <p:nvPr/>
        </p:nvGrpSpPr>
        <p:grpSpPr>
          <a:xfrm>
            <a:off x="6750813" y="2722200"/>
            <a:ext cx="1899239" cy="1896921"/>
            <a:chOff x="6750813" y="1389708"/>
            <a:chExt cx="1899239" cy="1896921"/>
          </a:xfrm>
        </p:grpSpPr>
        <p:grpSp>
          <p:nvGrpSpPr>
            <p:cNvPr id="1118" name="Groep 1117">
              <a:extLst>
                <a:ext uri="{FF2B5EF4-FFF2-40B4-BE49-F238E27FC236}">
                  <a16:creationId xmlns:a16="http://schemas.microsoft.com/office/drawing/2014/main" id="{089C0625-F63E-9C8D-86FF-49D2A3F2A279}"/>
                </a:ext>
              </a:extLst>
            </p:cNvPr>
            <p:cNvGrpSpPr/>
            <p:nvPr/>
          </p:nvGrpSpPr>
          <p:grpSpPr>
            <a:xfrm>
              <a:off x="6750813" y="1389708"/>
              <a:ext cx="1899239" cy="1896921"/>
              <a:chOff x="3234863" y="1367836"/>
              <a:chExt cx="1806692" cy="1804487"/>
            </a:xfrm>
          </p:grpSpPr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3400B32D-A236-2A64-BABC-359B2166BBB7}"/>
                  </a:ext>
                </a:extLst>
              </p:cNvPr>
              <p:cNvGrpSpPr/>
              <p:nvPr/>
            </p:nvGrpSpPr>
            <p:grpSpPr>
              <a:xfrm>
                <a:off x="3234863" y="1367836"/>
                <a:ext cx="1806692" cy="1804487"/>
                <a:chOff x="975565" y="1376863"/>
                <a:chExt cx="2743200" cy="2739852"/>
              </a:xfrm>
            </p:grpSpPr>
            <p:grpSp>
              <p:nvGrpSpPr>
                <p:cNvPr id="57" name="Groep 56">
                  <a:extLst>
                    <a:ext uri="{FF2B5EF4-FFF2-40B4-BE49-F238E27FC236}">
                      <a16:creationId xmlns:a16="http://schemas.microsoft.com/office/drawing/2014/main" id="{6B9A2A63-9BB8-B3B7-87E6-438CC0ED1A77}"/>
                    </a:ext>
                  </a:extLst>
                </p:cNvPr>
                <p:cNvGrpSpPr/>
                <p:nvPr/>
              </p:nvGrpSpPr>
              <p:grpSpPr>
                <a:xfrm>
                  <a:off x="975565" y="1376863"/>
                  <a:ext cx="2743200" cy="2739852"/>
                  <a:chOff x="8207125" y="2734255"/>
                  <a:chExt cx="3396345" cy="3392199"/>
                </a:xfrm>
              </p:grpSpPr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6414FB3A-0693-6C7A-79C7-5A21A8CF911F}"/>
                      </a:ext>
                    </a:extLst>
                  </p:cNvPr>
                  <p:cNvSpPr/>
                  <p:nvPr/>
                </p:nvSpPr>
                <p:spPr>
                  <a:xfrm>
                    <a:off x="8207125" y="273425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60" name="Rechthoek 59">
                    <a:extLst>
                      <a:ext uri="{FF2B5EF4-FFF2-40B4-BE49-F238E27FC236}">
                        <a16:creationId xmlns:a16="http://schemas.microsoft.com/office/drawing/2014/main" id="{C986F5EF-B5AB-4D73-0010-05A3B82D0F56}"/>
                      </a:ext>
                    </a:extLst>
                  </p:cNvPr>
                  <p:cNvSpPr/>
                  <p:nvPr/>
                </p:nvSpPr>
                <p:spPr>
                  <a:xfrm>
                    <a:off x="8886394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61" name="Rechthoek 60">
                    <a:extLst>
                      <a:ext uri="{FF2B5EF4-FFF2-40B4-BE49-F238E27FC236}">
                        <a16:creationId xmlns:a16="http://schemas.microsoft.com/office/drawing/2014/main" id="{104A626D-5881-0FE9-CB0B-31C1E907A6E3}"/>
                      </a:ext>
                    </a:extLst>
                  </p:cNvPr>
                  <p:cNvSpPr/>
                  <p:nvPr/>
                </p:nvSpPr>
                <p:spPr>
                  <a:xfrm>
                    <a:off x="9565663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62" name="Rechthoek 61">
                    <a:extLst>
                      <a:ext uri="{FF2B5EF4-FFF2-40B4-BE49-F238E27FC236}">
                        <a16:creationId xmlns:a16="http://schemas.microsoft.com/office/drawing/2014/main" id="{AE87E3D1-DDA6-A8F5-4E29-E2A1AF316AFB}"/>
                      </a:ext>
                    </a:extLst>
                  </p:cNvPr>
                  <p:cNvSpPr/>
                  <p:nvPr/>
                </p:nvSpPr>
                <p:spPr>
                  <a:xfrm>
                    <a:off x="10244932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63" name="Rechthoek 62">
                    <a:extLst>
                      <a:ext uri="{FF2B5EF4-FFF2-40B4-BE49-F238E27FC236}">
                        <a16:creationId xmlns:a16="http://schemas.microsoft.com/office/drawing/2014/main" id="{76F30456-576A-3A2D-FEC5-F90E8EEDC1D1}"/>
                      </a:ext>
                    </a:extLst>
                  </p:cNvPr>
                  <p:cNvSpPr/>
                  <p:nvPr/>
                </p:nvSpPr>
                <p:spPr>
                  <a:xfrm>
                    <a:off x="10924201" y="273425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24" name="Rechthoek 1023">
                    <a:extLst>
                      <a:ext uri="{FF2B5EF4-FFF2-40B4-BE49-F238E27FC236}">
                        <a16:creationId xmlns:a16="http://schemas.microsoft.com/office/drawing/2014/main" id="{4A6ECD01-80FD-8BF6-143A-76BB3D6C49E7}"/>
                      </a:ext>
                    </a:extLst>
                  </p:cNvPr>
                  <p:cNvSpPr/>
                  <p:nvPr/>
                </p:nvSpPr>
                <p:spPr>
                  <a:xfrm>
                    <a:off x="8207125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25" name="Rechthoek 1024">
                    <a:extLst>
                      <a:ext uri="{FF2B5EF4-FFF2-40B4-BE49-F238E27FC236}">
                        <a16:creationId xmlns:a16="http://schemas.microsoft.com/office/drawing/2014/main" id="{69A21C7E-6A29-E8FD-9FD5-AA5A68FED444}"/>
                      </a:ext>
                    </a:extLst>
                  </p:cNvPr>
                  <p:cNvSpPr/>
                  <p:nvPr/>
                </p:nvSpPr>
                <p:spPr>
                  <a:xfrm>
                    <a:off x="8886394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27" name="Rechthoek 1026">
                    <a:extLst>
                      <a:ext uri="{FF2B5EF4-FFF2-40B4-BE49-F238E27FC236}">
                        <a16:creationId xmlns:a16="http://schemas.microsoft.com/office/drawing/2014/main" id="{19FC7081-6B3F-7780-EAC9-50A32CF8B0BF}"/>
                      </a:ext>
                    </a:extLst>
                  </p:cNvPr>
                  <p:cNvSpPr/>
                  <p:nvPr/>
                </p:nvSpPr>
                <p:spPr>
                  <a:xfrm>
                    <a:off x="9565663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29" name="Rechthoek 1028">
                    <a:extLst>
                      <a:ext uri="{FF2B5EF4-FFF2-40B4-BE49-F238E27FC236}">
                        <a16:creationId xmlns:a16="http://schemas.microsoft.com/office/drawing/2014/main" id="{E8F2940D-27AC-C3CC-4ECB-88903D5F346B}"/>
                      </a:ext>
                    </a:extLst>
                  </p:cNvPr>
                  <p:cNvSpPr/>
                  <p:nvPr/>
                </p:nvSpPr>
                <p:spPr>
                  <a:xfrm>
                    <a:off x="10244932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0" name="Rechthoek 1029">
                    <a:extLst>
                      <a:ext uri="{FF2B5EF4-FFF2-40B4-BE49-F238E27FC236}">
                        <a16:creationId xmlns:a16="http://schemas.microsoft.com/office/drawing/2014/main" id="{4CA7D18E-978E-3636-5BEC-8CF352224B65}"/>
                      </a:ext>
                    </a:extLst>
                  </p:cNvPr>
                  <p:cNvSpPr/>
                  <p:nvPr/>
                </p:nvSpPr>
                <p:spPr>
                  <a:xfrm>
                    <a:off x="10924201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1" name="Rechthoek 1030">
                    <a:extLst>
                      <a:ext uri="{FF2B5EF4-FFF2-40B4-BE49-F238E27FC236}">
                        <a16:creationId xmlns:a16="http://schemas.microsoft.com/office/drawing/2014/main" id="{01AFA8D4-43B2-94D3-ABAC-94108D1B9299}"/>
                      </a:ext>
                    </a:extLst>
                  </p:cNvPr>
                  <p:cNvSpPr/>
                  <p:nvPr/>
                </p:nvSpPr>
                <p:spPr>
                  <a:xfrm>
                    <a:off x="8207125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2" name="Rechthoek 1031">
                    <a:extLst>
                      <a:ext uri="{FF2B5EF4-FFF2-40B4-BE49-F238E27FC236}">
                        <a16:creationId xmlns:a16="http://schemas.microsoft.com/office/drawing/2014/main" id="{B0978194-F7F0-C377-6E4D-ADC83BE20EDF}"/>
                      </a:ext>
                    </a:extLst>
                  </p:cNvPr>
                  <p:cNvSpPr/>
                  <p:nvPr/>
                </p:nvSpPr>
                <p:spPr>
                  <a:xfrm>
                    <a:off x="8886394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3" name="Rechthoek 1032">
                    <a:extLst>
                      <a:ext uri="{FF2B5EF4-FFF2-40B4-BE49-F238E27FC236}">
                        <a16:creationId xmlns:a16="http://schemas.microsoft.com/office/drawing/2014/main" id="{97FD83AB-6638-5513-3C44-93963C2E3B6D}"/>
                      </a:ext>
                    </a:extLst>
                  </p:cNvPr>
                  <p:cNvSpPr/>
                  <p:nvPr/>
                </p:nvSpPr>
                <p:spPr>
                  <a:xfrm>
                    <a:off x="9565663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4" name="Rechthoek 1033">
                    <a:extLst>
                      <a:ext uri="{FF2B5EF4-FFF2-40B4-BE49-F238E27FC236}">
                        <a16:creationId xmlns:a16="http://schemas.microsoft.com/office/drawing/2014/main" id="{8788811E-7B89-00F4-2142-EF91CCC732EC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092792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5" name="Rechthoek 1034">
                    <a:extLst>
                      <a:ext uri="{FF2B5EF4-FFF2-40B4-BE49-F238E27FC236}">
                        <a16:creationId xmlns:a16="http://schemas.microsoft.com/office/drawing/2014/main" id="{327A2B01-15F5-42F7-8DD1-281954E27128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6" name="Rechthoek 1035">
                    <a:extLst>
                      <a:ext uri="{FF2B5EF4-FFF2-40B4-BE49-F238E27FC236}">
                        <a16:creationId xmlns:a16="http://schemas.microsoft.com/office/drawing/2014/main" id="{91D6BD30-AC18-EA9B-AE0E-F58AC89B24C8}"/>
                      </a:ext>
                    </a:extLst>
                  </p:cNvPr>
                  <p:cNvSpPr/>
                  <p:nvPr/>
                </p:nvSpPr>
                <p:spPr>
                  <a:xfrm>
                    <a:off x="8207125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7" name="Rechthoek 1036">
                    <a:extLst>
                      <a:ext uri="{FF2B5EF4-FFF2-40B4-BE49-F238E27FC236}">
                        <a16:creationId xmlns:a16="http://schemas.microsoft.com/office/drawing/2014/main" id="{2575BF53-42CF-C201-C3AD-C1778CED9F31}"/>
                      </a:ext>
                    </a:extLst>
                  </p:cNvPr>
                  <p:cNvSpPr/>
                  <p:nvPr/>
                </p:nvSpPr>
                <p:spPr>
                  <a:xfrm>
                    <a:off x="8886394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8" name="Rechthoek 1037">
                    <a:extLst>
                      <a:ext uri="{FF2B5EF4-FFF2-40B4-BE49-F238E27FC236}">
                        <a16:creationId xmlns:a16="http://schemas.microsoft.com/office/drawing/2014/main" id="{71805F65-8ABA-1B8B-2D6C-9A7EFD8CF4C2}"/>
                      </a:ext>
                    </a:extLst>
                  </p:cNvPr>
                  <p:cNvSpPr/>
                  <p:nvPr/>
                </p:nvSpPr>
                <p:spPr>
                  <a:xfrm>
                    <a:off x="9565663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9" name="Rechthoek 1038">
                    <a:extLst>
                      <a:ext uri="{FF2B5EF4-FFF2-40B4-BE49-F238E27FC236}">
                        <a16:creationId xmlns:a16="http://schemas.microsoft.com/office/drawing/2014/main" id="{0BA0F25A-F0CB-FDF8-90E1-1C00A1CC2E8E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769988"/>
                    <a:ext cx="679269" cy="679269"/>
                  </a:xfrm>
                  <a:prstGeom prst="rect">
                    <a:avLst/>
                  </a:prstGeom>
                  <a:solidFill>
                    <a:srgbClr val="FF9F8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0" name="Rechthoek 1039">
                    <a:extLst>
                      <a:ext uri="{FF2B5EF4-FFF2-40B4-BE49-F238E27FC236}">
                        <a16:creationId xmlns:a16="http://schemas.microsoft.com/office/drawing/2014/main" id="{C9192AD8-DF33-A9E1-B7F9-0957BA2EC918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1" name="Rechthoek 1040">
                    <a:extLst>
                      <a:ext uri="{FF2B5EF4-FFF2-40B4-BE49-F238E27FC236}">
                        <a16:creationId xmlns:a16="http://schemas.microsoft.com/office/drawing/2014/main" id="{A90227F2-3981-FC2F-89C6-6590B14BA560}"/>
                      </a:ext>
                    </a:extLst>
                  </p:cNvPr>
                  <p:cNvSpPr/>
                  <p:nvPr/>
                </p:nvSpPr>
                <p:spPr>
                  <a:xfrm>
                    <a:off x="8207125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2" name="Rechthoek 1041">
                    <a:extLst>
                      <a:ext uri="{FF2B5EF4-FFF2-40B4-BE49-F238E27FC236}">
                        <a16:creationId xmlns:a16="http://schemas.microsoft.com/office/drawing/2014/main" id="{07374CE0-03A7-6696-2730-1DA8D691A0C8}"/>
                      </a:ext>
                    </a:extLst>
                  </p:cNvPr>
                  <p:cNvSpPr/>
                  <p:nvPr/>
                </p:nvSpPr>
                <p:spPr>
                  <a:xfrm>
                    <a:off x="8886394" y="544718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3" name="Rechthoek 1042">
                    <a:extLst>
                      <a:ext uri="{FF2B5EF4-FFF2-40B4-BE49-F238E27FC236}">
                        <a16:creationId xmlns:a16="http://schemas.microsoft.com/office/drawing/2014/main" id="{69DCBF00-18B1-FAAD-CA5A-EA31A9F1BDE0}"/>
                      </a:ext>
                    </a:extLst>
                  </p:cNvPr>
                  <p:cNvSpPr/>
                  <p:nvPr/>
                </p:nvSpPr>
                <p:spPr>
                  <a:xfrm>
                    <a:off x="9565663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4" name="Rechthoek 1043">
                    <a:extLst>
                      <a:ext uri="{FF2B5EF4-FFF2-40B4-BE49-F238E27FC236}">
                        <a16:creationId xmlns:a16="http://schemas.microsoft.com/office/drawing/2014/main" id="{9AF9C7EA-B390-E2B1-CA9D-C232982D9AAE}"/>
                      </a:ext>
                    </a:extLst>
                  </p:cNvPr>
                  <p:cNvSpPr/>
                  <p:nvPr/>
                </p:nvSpPr>
                <p:spPr>
                  <a:xfrm>
                    <a:off x="10244932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5" name="Rechthoek 1044">
                    <a:extLst>
                      <a:ext uri="{FF2B5EF4-FFF2-40B4-BE49-F238E27FC236}">
                        <a16:creationId xmlns:a16="http://schemas.microsoft.com/office/drawing/2014/main" id="{C2AE1E20-FB36-3D4A-D590-FE53693170A1}"/>
                      </a:ext>
                    </a:extLst>
                  </p:cNvPr>
                  <p:cNvSpPr/>
                  <p:nvPr/>
                </p:nvSpPr>
                <p:spPr>
                  <a:xfrm>
                    <a:off x="10924201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sp>
              <p:nvSpPr>
                <p:cNvPr id="51" name="Vrije vorm: vorm 50">
                  <a:extLst>
                    <a:ext uri="{FF2B5EF4-FFF2-40B4-BE49-F238E27FC236}">
                      <a16:creationId xmlns:a16="http://schemas.microsoft.com/office/drawing/2014/main" id="{7240D334-C085-BE72-4821-E4E49B4F5B84}"/>
                    </a:ext>
                  </a:extLst>
                </p:cNvPr>
                <p:cNvSpPr/>
                <p:nvPr/>
              </p:nvSpPr>
              <p:spPr>
                <a:xfrm rot="10800000">
                  <a:off x="2763913" y="2633091"/>
                  <a:ext cx="263780" cy="227395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cxnSp>
            <p:nvCxnSpPr>
              <p:cNvPr id="1094" name="Rechte verbindingslijn 1093">
                <a:extLst>
                  <a:ext uri="{FF2B5EF4-FFF2-40B4-BE49-F238E27FC236}">
                    <a16:creationId xmlns:a16="http://schemas.microsoft.com/office/drawing/2014/main" id="{4BF99639-4549-28EB-2ADF-E0BE11CD91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3764" y="1905081"/>
                <a:ext cx="367122" cy="0"/>
              </a:xfrm>
              <a:prstGeom prst="line">
                <a:avLst/>
              </a:prstGeom>
              <a:ln w="28575"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99" name="Rechte verbindingslijn 1098">
                <a:extLst>
                  <a:ext uri="{FF2B5EF4-FFF2-40B4-BE49-F238E27FC236}">
                    <a16:creationId xmlns:a16="http://schemas.microsoft.com/office/drawing/2014/main" id="{237A9ABE-6CC5-0DCE-5835-E2B8A605E179}"/>
                  </a:ext>
                </a:extLst>
              </p:cNvPr>
              <p:cNvCxnSpPr>
                <a:cxnSpLocks/>
                <a:stCxn id="63" idx="2"/>
              </p:cNvCxnSpPr>
              <p:nvPr/>
            </p:nvCxnSpPr>
            <p:spPr>
              <a:xfrm>
                <a:off x="4860886" y="1729174"/>
                <a:ext cx="0" cy="190195"/>
              </a:xfrm>
              <a:prstGeom prst="line">
                <a:avLst/>
              </a:prstGeom>
              <a:ln w="28575"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110" name="Vrije vorm: vorm 1109">
                <a:extLst>
                  <a:ext uri="{FF2B5EF4-FFF2-40B4-BE49-F238E27FC236}">
                    <a16:creationId xmlns:a16="http://schemas.microsoft.com/office/drawing/2014/main" id="{0A305250-5E14-422A-E691-DF8FF710306D}"/>
                  </a:ext>
                </a:extLst>
              </p:cNvPr>
              <p:cNvSpPr/>
              <p:nvPr/>
            </p:nvSpPr>
            <p:spPr>
              <a:xfrm rot="10800000">
                <a:off x="4772754" y="1482650"/>
                <a:ext cx="173727" cy="149764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  <p:cxnSp>
            <p:nvCxnSpPr>
              <p:cNvPr id="1113" name="Rechte verbindingslijn 1112">
                <a:extLst>
                  <a:ext uri="{FF2B5EF4-FFF2-40B4-BE49-F238E27FC236}">
                    <a16:creationId xmlns:a16="http://schemas.microsoft.com/office/drawing/2014/main" id="{E5C80169-4B4E-8FEE-1A20-69BAA807D42C}"/>
                  </a:ext>
                </a:extLst>
              </p:cNvPr>
              <p:cNvCxnSpPr>
                <a:cxnSpLocks/>
                <a:endCxn id="51" idx="3"/>
              </p:cNvCxnSpPr>
              <p:nvPr/>
            </p:nvCxnSpPr>
            <p:spPr>
              <a:xfrm flipH="1">
                <a:off x="4499545" y="1891047"/>
                <a:ext cx="2" cy="330466"/>
              </a:xfrm>
              <a:prstGeom prst="line">
                <a:avLst/>
              </a:prstGeom>
              <a:ln w="28575"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1237" name="Ovaal 1236">
              <a:extLst>
                <a:ext uri="{FF2B5EF4-FFF2-40B4-BE49-F238E27FC236}">
                  <a16:creationId xmlns:a16="http://schemas.microsoft.com/office/drawing/2014/main" id="{33D4A846-A08E-D791-2266-EF969DFAF726}"/>
                </a:ext>
              </a:extLst>
            </p:cNvPr>
            <p:cNvSpPr/>
            <p:nvPr/>
          </p:nvSpPr>
          <p:spPr>
            <a:xfrm rot="2321871">
              <a:off x="7945793" y="2584971"/>
              <a:ext cx="273783" cy="273782"/>
            </a:xfrm>
            <a:prstGeom prst="ellipse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238" name="Rechte verbindingslijn 1237">
              <a:extLst>
                <a:ext uri="{FF2B5EF4-FFF2-40B4-BE49-F238E27FC236}">
                  <a16:creationId xmlns:a16="http://schemas.microsoft.com/office/drawing/2014/main" id="{35D08FE7-63B0-995B-33A5-40A515CF0E01}"/>
                </a:ext>
              </a:extLst>
            </p:cNvPr>
            <p:cNvCxnSpPr>
              <a:cxnSpLocks/>
            </p:cNvCxnSpPr>
            <p:nvPr/>
          </p:nvCxnSpPr>
          <p:spPr>
            <a:xfrm>
              <a:off x="8082684" y="2527066"/>
              <a:ext cx="0" cy="389592"/>
            </a:xfrm>
            <a:prstGeom prst="line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9" name="Rechte verbindingslijn 1238">
              <a:extLst>
                <a:ext uri="{FF2B5EF4-FFF2-40B4-BE49-F238E27FC236}">
                  <a16:creationId xmlns:a16="http://schemas.microsoft.com/office/drawing/2014/main" id="{5407C8F4-E109-2B0E-72AF-5A27E922CD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7888" y="2721862"/>
              <a:ext cx="389592" cy="0"/>
            </a:xfrm>
            <a:prstGeom prst="line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9" name="Picture 4">
            <a:extLst>
              <a:ext uri="{FF2B5EF4-FFF2-40B4-BE49-F238E27FC236}">
                <a16:creationId xmlns:a16="http://schemas.microsoft.com/office/drawing/2014/main" id="{0198F1D6-4798-DB94-FC0C-08AFED962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444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48"/>
    </mc:Choice>
    <mc:Fallback>
      <p:transition spd="slow" advTm="16048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61BD64-3417-804E-9C6F-2A36FF253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265F90-2675-32F8-2441-A0C22CF17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Discussie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A872F31-BD22-BF50-A4EF-1C1020EA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26</a:t>
            </a:fld>
            <a:endParaRPr lang="nl-NL" noProof="0" dirty="0"/>
          </a:p>
        </p:txBody>
      </p:sp>
      <p:grpSp>
        <p:nvGrpSpPr>
          <p:cNvPr id="1227" name="Groep 1226">
            <a:extLst>
              <a:ext uri="{FF2B5EF4-FFF2-40B4-BE49-F238E27FC236}">
                <a16:creationId xmlns:a16="http://schemas.microsoft.com/office/drawing/2014/main" id="{302550A9-5387-D657-E8D1-D79EBB65D880}"/>
              </a:ext>
            </a:extLst>
          </p:cNvPr>
          <p:cNvGrpSpPr/>
          <p:nvPr/>
        </p:nvGrpSpPr>
        <p:grpSpPr>
          <a:xfrm>
            <a:off x="1229151" y="2164487"/>
            <a:ext cx="1950331" cy="2464766"/>
            <a:chOff x="390951" y="2164487"/>
            <a:chExt cx="1950331" cy="2464766"/>
          </a:xfrm>
        </p:grpSpPr>
        <p:grpSp>
          <p:nvGrpSpPr>
            <p:cNvPr id="1188" name="Groep 1187">
              <a:extLst>
                <a:ext uri="{FF2B5EF4-FFF2-40B4-BE49-F238E27FC236}">
                  <a16:creationId xmlns:a16="http://schemas.microsoft.com/office/drawing/2014/main" id="{B124FED1-83F1-6B67-277B-9F945B2F9D85}"/>
                </a:ext>
              </a:extLst>
            </p:cNvPr>
            <p:cNvGrpSpPr/>
            <p:nvPr/>
          </p:nvGrpSpPr>
          <p:grpSpPr>
            <a:xfrm>
              <a:off x="390951" y="2683672"/>
              <a:ext cx="1950331" cy="1945581"/>
              <a:chOff x="2528834" y="2665660"/>
              <a:chExt cx="1950331" cy="1945581"/>
            </a:xfrm>
          </p:grpSpPr>
          <p:grpSp>
            <p:nvGrpSpPr>
              <p:cNvPr id="1194" name="Groep 1193">
                <a:extLst>
                  <a:ext uri="{FF2B5EF4-FFF2-40B4-BE49-F238E27FC236}">
                    <a16:creationId xmlns:a16="http://schemas.microsoft.com/office/drawing/2014/main" id="{3BC71069-2369-9F39-C0A8-A474C9447033}"/>
                  </a:ext>
                </a:extLst>
              </p:cNvPr>
              <p:cNvGrpSpPr/>
              <p:nvPr/>
            </p:nvGrpSpPr>
            <p:grpSpPr>
              <a:xfrm>
                <a:off x="2528834" y="2665660"/>
                <a:ext cx="1947959" cy="1945581"/>
                <a:chOff x="9594106" y="4074900"/>
                <a:chExt cx="1977531" cy="1975118"/>
              </a:xfrm>
            </p:grpSpPr>
            <p:grpSp>
              <p:nvGrpSpPr>
                <p:cNvPr id="1197" name="Groep 1196">
                  <a:extLst>
                    <a:ext uri="{FF2B5EF4-FFF2-40B4-BE49-F238E27FC236}">
                      <a16:creationId xmlns:a16="http://schemas.microsoft.com/office/drawing/2014/main" id="{A075901F-AACD-9672-F927-5A17096A27AC}"/>
                    </a:ext>
                  </a:extLst>
                </p:cNvPr>
                <p:cNvGrpSpPr/>
                <p:nvPr/>
              </p:nvGrpSpPr>
              <p:grpSpPr>
                <a:xfrm>
                  <a:off x="9594106" y="4074900"/>
                  <a:ext cx="1977531" cy="1975118"/>
                  <a:chOff x="8207125" y="2734255"/>
                  <a:chExt cx="3396345" cy="3392199"/>
                </a:xfrm>
              </p:grpSpPr>
              <p:sp>
                <p:nvSpPr>
                  <p:cNvPr id="1199" name="Rechthoek 1198">
                    <a:extLst>
                      <a:ext uri="{FF2B5EF4-FFF2-40B4-BE49-F238E27FC236}">
                        <a16:creationId xmlns:a16="http://schemas.microsoft.com/office/drawing/2014/main" id="{78D1A7DF-F200-37E6-4437-6CFE1427764A}"/>
                      </a:ext>
                    </a:extLst>
                  </p:cNvPr>
                  <p:cNvSpPr/>
                  <p:nvPr/>
                </p:nvSpPr>
                <p:spPr>
                  <a:xfrm>
                    <a:off x="8207125" y="273425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0" name="Rechthoek 1199">
                    <a:extLst>
                      <a:ext uri="{FF2B5EF4-FFF2-40B4-BE49-F238E27FC236}">
                        <a16:creationId xmlns:a16="http://schemas.microsoft.com/office/drawing/2014/main" id="{B3E583AC-8282-6AD1-5971-BED8305824BA}"/>
                      </a:ext>
                    </a:extLst>
                  </p:cNvPr>
                  <p:cNvSpPr/>
                  <p:nvPr/>
                </p:nvSpPr>
                <p:spPr>
                  <a:xfrm>
                    <a:off x="8886394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1" name="Rechthoek 1200">
                    <a:extLst>
                      <a:ext uri="{FF2B5EF4-FFF2-40B4-BE49-F238E27FC236}">
                        <a16:creationId xmlns:a16="http://schemas.microsoft.com/office/drawing/2014/main" id="{80943908-A7D2-675E-3EA5-994ED03A4340}"/>
                      </a:ext>
                    </a:extLst>
                  </p:cNvPr>
                  <p:cNvSpPr/>
                  <p:nvPr/>
                </p:nvSpPr>
                <p:spPr>
                  <a:xfrm>
                    <a:off x="9565663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2" name="Rechthoek 1201">
                    <a:extLst>
                      <a:ext uri="{FF2B5EF4-FFF2-40B4-BE49-F238E27FC236}">
                        <a16:creationId xmlns:a16="http://schemas.microsoft.com/office/drawing/2014/main" id="{92AC4A88-28AB-56DE-695B-EFDE8B2F096F}"/>
                      </a:ext>
                    </a:extLst>
                  </p:cNvPr>
                  <p:cNvSpPr/>
                  <p:nvPr/>
                </p:nvSpPr>
                <p:spPr>
                  <a:xfrm>
                    <a:off x="10244932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3" name="Rechthoek 1202">
                    <a:extLst>
                      <a:ext uri="{FF2B5EF4-FFF2-40B4-BE49-F238E27FC236}">
                        <a16:creationId xmlns:a16="http://schemas.microsoft.com/office/drawing/2014/main" id="{45DE5948-A85F-F897-E0CB-C2A24C403C8A}"/>
                      </a:ext>
                    </a:extLst>
                  </p:cNvPr>
                  <p:cNvSpPr/>
                  <p:nvPr/>
                </p:nvSpPr>
                <p:spPr>
                  <a:xfrm>
                    <a:off x="10924201" y="273425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4" name="Rechthoek 1203">
                    <a:extLst>
                      <a:ext uri="{FF2B5EF4-FFF2-40B4-BE49-F238E27FC236}">
                        <a16:creationId xmlns:a16="http://schemas.microsoft.com/office/drawing/2014/main" id="{0E8B7735-BB21-08D5-8023-1CE85DFF3189}"/>
                      </a:ext>
                    </a:extLst>
                  </p:cNvPr>
                  <p:cNvSpPr/>
                  <p:nvPr/>
                </p:nvSpPr>
                <p:spPr>
                  <a:xfrm>
                    <a:off x="8207125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5" name="Rechthoek 1204">
                    <a:extLst>
                      <a:ext uri="{FF2B5EF4-FFF2-40B4-BE49-F238E27FC236}">
                        <a16:creationId xmlns:a16="http://schemas.microsoft.com/office/drawing/2014/main" id="{C1F878E8-40F6-3163-9462-8E5DC54F7F6D}"/>
                      </a:ext>
                    </a:extLst>
                  </p:cNvPr>
                  <p:cNvSpPr/>
                  <p:nvPr/>
                </p:nvSpPr>
                <p:spPr>
                  <a:xfrm>
                    <a:off x="8886394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6" name="Rechthoek 1205">
                    <a:extLst>
                      <a:ext uri="{FF2B5EF4-FFF2-40B4-BE49-F238E27FC236}">
                        <a16:creationId xmlns:a16="http://schemas.microsoft.com/office/drawing/2014/main" id="{3452A142-7145-4358-68F1-DB0B8351E9BD}"/>
                      </a:ext>
                    </a:extLst>
                  </p:cNvPr>
                  <p:cNvSpPr/>
                  <p:nvPr/>
                </p:nvSpPr>
                <p:spPr>
                  <a:xfrm>
                    <a:off x="9565663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7" name="Rechthoek 1206">
                    <a:extLst>
                      <a:ext uri="{FF2B5EF4-FFF2-40B4-BE49-F238E27FC236}">
                        <a16:creationId xmlns:a16="http://schemas.microsoft.com/office/drawing/2014/main" id="{829261AC-B232-8EAA-D170-0BF5FC4680C3}"/>
                      </a:ext>
                    </a:extLst>
                  </p:cNvPr>
                  <p:cNvSpPr/>
                  <p:nvPr/>
                </p:nvSpPr>
                <p:spPr>
                  <a:xfrm>
                    <a:off x="10244932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8" name="Rechthoek 1207">
                    <a:extLst>
                      <a:ext uri="{FF2B5EF4-FFF2-40B4-BE49-F238E27FC236}">
                        <a16:creationId xmlns:a16="http://schemas.microsoft.com/office/drawing/2014/main" id="{C2A2339B-9DBD-A292-10DD-E026703D3993}"/>
                      </a:ext>
                    </a:extLst>
                  </p:cNvPr>
                  <p:cNvSpPr/>
                  <p:nvPr/>
                </p:nvSpPr>
                <p:spPr>
                  <a:xfrm>
                    <a:off x="10924201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09" name="Rechthoek 1208">
                    <a:extLst>
                      <a:ext uri="{FF2B5EF4-FFF2-40B4-BE49-F238E27FC236}">
                        <a16:creationId xmlns:a16="http://schemas.microsoft.com/office/drawing/2014/main" id="{96740CBD-B9E1-D22F-D10B-BB60128F5AC1}"/>
                      </a:ext>
                    </a:extLst>
                  </p:cNvPr>
                  <p:cNvSpPr/>
                  <p:nvPr/>
                </p:nvSpPr>
                <p:spPr>
                  <a:xfrm>
                    <a:off x="8207125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0" name="Rechthoek 1209">
                    <a:extLst>
                      <a:ext uri="{FF2B5EF4-FFF2-40B4-BE49-F238E27FC236}">
                        <a16:creationId xmlns:a16="http://schemas.microsoft.com/office/drawing/2014/main" id="{37E5660F-19CA-D8E1-2992-85AD86AB84D0}"/>
                      </a:ext>
                    </a:extLst>
                  </p:cNvPr>
                  <p:cNvSpPr/>
                  <p:nvPr/>
                </p:nvSpPr>
                <p:spPr>
                  <a:xfrm>
                    <a:off x="8886394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1" name="Rechthoek 1210">
                    <a:extLst>
                      <a:ext uri="{FF2B5EF4-FFF2-40B4-BE49-F238E27FC236}">
                        <a16:creationId xmlns:a16="http://schemas.microsoft.com/office/drawing/2014/main" id="{8BC2C5D6-8D3D-B8BD-4C95-81415CE7329D}"/>
                      </a:ext>
                    </a:extLst>
                  </p:cNvPr>
                  <p:cNvSpPr/>
                  <p:nvPr/>
                </p:nvSpPr>
                <p:spPr>
                  <a:xfrm>
                    <a:off x="9565663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2" name="Rechthoek 1211">
                    <a:extLst>
                      <a:ext uri="{FF2B5EF4-FFF2-40B4-BE49-F238E27FC236}">
                        <a16:creationId xmlns:a16="http://schemas.microsoft.com/office/drawing/2014/main" id="{1073B472-6B7B-4E94-E1C6-E6CF3C30A074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092792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3" name="Rechthoek 1212">
                    <a:extLst>
                      <a:ext uri="{FF2B5EF4-FFF2-40B4-BE49-F238E27FC236}">
                        <a16:creationId xmlns:a16="http://schemas.microsoft.com/office/drawing/2014/main" id="{0C0790D1-3E8A-1B6D-4D07-3FC9347698E2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4" name="Rechthoek 1213">
                    <a:extLst>
                      <a:ext uri="{FF2B5EF4-FFF2-40B4-BE49-F238E27FC236}">
                        <a16:creationId xmlns:a16="http://schemas.microsoft.com/office/drawing/2014/main" id="{A8F03E53-94CC-72D7-E71A-0A992FCF24C2}"/>
                      </a:ext>
                    </a:extLst>
                  </p:cNvPr>
                  <p:cNvSpPr/>
                  <p:nvPr/>
                </p:nvSpPr>
                <p:spPr>
                  <a:xfrm>
                    <a:off x="8207125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5" name="Rechthoek 1214">
                    <a:extLst>
                      <a:ext uri="{FF2B5EF4-FFF2-40B4-BE49-F238E27FC236}">
                        <a16:creationId xmlns:a16="http://schemas.microsoft.com/office/drawing/2014/main" id="{74E32ABA-1D06-FB89-9200-3BFD615219F9}"/>
                      </a:ext>
                    </a:extLst>
                  </p:cNvPr>
                  <p:cNvSpPr/>
                  <p:nvPr/>
                </p:nvSpPr>
                <p:spPr>
                  <a:xfrm>
                    <a:off x="8886394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6" name="Rechthoek 1215">
                    <a:extLst>
                      <a:ext uri="{FF2B5EF4-FFF2-40B4-BE49-F238E27FC236}">
                        <a16:creationId xmlns:a16="http://schemas.microsoft.com/office/drawing/2014/main" id="{435C8F16-5B22-0135-9F8D-F984E4ADE5BB}"/>
                      </a:ext>
                    </a:extLst>
                  </p:cNvPr>
                  <p:cNvSpPr/>
                  <p:nvPr/>
                </p:nvSpPr>
                <p:spPr>
                  <a:xfrm>
                    <a:off x="9565663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7" name="Rechthoek 1216">
                    <a:extLst>
                      <a:ext uri="{FF2B5EF4-FFF2-40B4-BE49-F238E27FC236}">
                        <a16:creationId xmlns:a16="http://schemas.microsoft.com/office/drawing/2014/main" id="{2C917EA8-6261-5B15-7D8F-B229268B6BC5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769988"/>
                    <a:ext cx="679269" cy="679269"/>
                  </a:xfrm>
                  <a:prstGeom prst="rect">
                    <a:avLst/>
                  </a:prstGeom>
                  <a:solidFill>
                    <a:srgbClr val="FF9F8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8" name="Rechthoek 1217">
                    <a:extLst>
                      <a:ext uri="{FF2B5EF4-FFF2-40B4-BE49-F238E27FC236}">
                        <a16:creationId xmlns:a16="http://schemas.microsoft.com/office/drawing/2014/main" id="{B78742E2-5C0D-25C8-8050-3CEE9DF580F5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19" name="Rechthoek 1218">
                    <a:extLst>
                      <a:ext uri="{FF2B5EF4-FFF2-40B4-BE49-F238E27FC236}">
                        <a16:creationId xmlns:a16="http://schemas.microsoft.com/office/drawing/2014/main" id="{A3BEF594-2BCA-51D6-D1A6-9DE9B1B60D5E}"/>
                      </a:ext>
                    </a:extLst>
                  </p:cNvPr>
                  <p:cNvSpPr/>
                  <p:nvPr/>
                </p:nvSpPr>
                <p:spPr>
                  <a:xfrm>
                    <a:off x="8207125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20" name="Rechthoek 1219">
                    <a:extLst>
                      <a:ext uri="{FF2B5EF4-FFF2-40B4-BE49-F238E27FC236}">
                        <a16:creationId xmlns:a16="http://schemas.microsoft.com/office/drawing/2014/main" id="{A42FE043-2589-1B2A-CC97-6D080AEDA0CE}"/>
                      </a:ext>
                    </a:extLst>
                  </p:cNvPr>
                  <p:cNvSpPr/>
                  <p:nvPr/>
                </p:nvSpPr>
                <p:spPr>
                  <a:xfrm>
                    <a:off x="8886394" y="544718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21" name="Rechthoek 1220">
                    <a:extLst>
                      <a:ext uri="{FF2B5EF4-FFF2-40B4-BE49-F238E27FC236}">
                        <a16:creationId xmlns:a16="http://schemas.microsoft.com/office/drawing/2014/main" id="{28076168-A8C2-5D23-52A7-95C9F9AA0F89}"/>
                      </a:ext>
                    </a:extLst>
                  </p:cNvPr>
                  <p:cNvSpPr/>
                  <p:nvPr/>
                </p:nvSpPr>
                <p:spPr>
                  <a:xfrm>
                    <a:off x="9565663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22" name="Rechthoek 1221">
                    <a:extLst>
                      <a:ext uri="{FF2B5EF4-FFF2-40B4-BE49-F238E27FC236}">
                        <a16:creationId xmlns:a16="http://schemas.microsoft.com/office/drawing/2014/main" id="{3F5D449E-AC8B-8BF4-8998-57BC8EF6EC13}"/>
                      </a:ext>
                    </a:extLst>
                  </p:cNvPr>
                  <p:cNvSpPr/>
                  <p:nvPr/>
                </p:nvSpPr>
                <p:spPr>
                  <a:xfrm>
                    <a:off x="10244932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223" name="Rechthoek 1222">
                    <a:extLst>
                      <a:ext uri="{FF2B5EF4-FFF2-40B4-BE49-F238E27FC236}">
                        <a16:creationId xmlns:a16="http://schemas.microsoft.com/office/drawing/2014/main" id="{DACBC83B-C056-55C1-4296-91469EDC297E}"/>
                      </a:ext>
                    </a:extLst>
                  </p:cNvPr>
                  <p:cNvSpPr/>
                  <p:nvPr/>
                </p:nvSpPr>
                <p:spPr>
                  <a:xfrm>
                    <a:off x="10924201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sp>
              <p:nvSpPr>
                <p:cNvPr id="1198" name="Vrije vorm: vorm 1197">
                  <a:extLst>
                    <a:ext uri="{FF2B5EF4-FFF2-40B4-BE49-F238E27FC236}">
                      <a16:creationId xmlns:a16="http://schemas.microsoft.com/office/drawing/2014/main" id="{C0AE6C87-7B74-07B6-A238-C73AE941E24B}"/>
                    </a:ext>
                  </a:extLst>
                </p:cNvPr>
                <p:cNvSpPr/>
                <p:nvPr/>
              </p:nvSpPr>
              <p:spPr>
                <a:xfrm rot="5400000">
                  <a:off x="9709895" y="4203805"/>
                  <a:ext cx="190155" cy="163926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solidFill>
                    <a:srgbClr val="042433">
                      <a:alpha val="87059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grpSp>
            <p:nvGrpSpPr>
              <p:cNvPr id="1190" name="Groep 1189">
                <a:extLst>
                  <a:ext uri="{FF2B5EF4-FFF2-40B4-BE49-F238E27FC236}">
                    <a16:creationId xmlns:a16="http://schemas.microsoft.com/office/drawing/2014/main" id="{8A7CE7B3-5DA1-7041-F805-41D7B21B8D27}"/>
                  </a:ext>
                </a:extLst>
              </p:cNvPr>
              <p:cNvGrpSpPr/>
              <p:nvPr/>
            </p:nvGrpSpPr>
            <p:grpSpPr>
              <a:xfrm>
                <a:off x="4089573" y="2673082"/>
                <a:ext cx="389592" cy="389592"/>
                <a:chOff x="1771509" y="2828485"/>
                <a:chExt cx="389592" cy="389592"/>
              </a:xfrm>
              <a:noFill/>
            </p:grpSpPr>
            <p:sp>
              <p:nvSpPr>
                <p:cNvPr id="1191" name="Ovaal 1190">
                  <a:extLst>
                    <a:ext uri="{FF2B5EF4-FFF2-40B4-BE49-F238E27FC236}">
                      <a16:creationId xmlns:a16="http://schemas.microsoft.com/office/drawing/2014/main" id="{A2B7FBC7-4C58-15FB-B6FC-138D43146EB4}"/>
                    </a:ext>
                  </a:extLst>
                </p:cNvPr>
                <p:cNvSpPr/>
                <p:nvPr/>
              </p:nvSpPr>
              <p:spPr>
                <a:xfrm rot="2321871">
                  <a:off x="1829414" y="2886390"/>
                  <a:ext cx="273783" cy="273782"/>
                </a:xfrm>
                <a:prstGeom prst="ellips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  <p:cxnSp>
              <p:nvCxnSpPr>
                <p:cNvPr id="1192" name="Rechte verbindingslijn 1191">
                  <a:extLst>
                    <a:ext uri="{FF2B5EF4-FFF2-40B4-BE49-F238E27FC236}">
                      <a16:creationId xmlns:a16="http://schemas.microsoft.com/office/drawing/2014/main" id="{58BF0245-70BC-C657-D422-810041E72A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66305" y="2828485"/>
                  <a:ext cx="0" cy="389592"/>
                </a:xfrm>
                <a:prstGeom prst="lin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193" name="Rechte verbindingslijn 1192">
                  <a:extLst>
                    <a:ext uri="{FF2B5EF4-FFF2-40B4-BE49-F238E27FC236}">
                      <a16:creationId xmlns:a16="http://schemas.microsoft.com/office/drawing/2014/main" id="{C98F0A5B-4F6A-F775-5888-374E99F6A9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771509" y="3023281"/>
                  <a:ext cx="389592" cy="0"/>
                </a:xfrm>
                <a:prstGeom prst="lin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24" name="Tekstvak 1223">
              <a:extLst>
                <a:ext uri="{FF2B5EF4-FFF2-40B4-BE49-F238E27FC236}">
                  <a16:creationId xmlns:a16="http://schemas.microsoft.com/office/drawing/2014/main" id="{00B604E5-AB22-6E9C-CABF-111392C4F160}"/>
                </a:ext>
              </a:extLst>
            </p:cNvPr>
            <p:cNvSpPr txBox="1"/>
            <p:nvPr/>
          </p:nvSpPr>
          <p:spPr>
            <a:xfrm flipH="1">
              <a:off x="673435" y="2164487"/>
              <a:ext cx="1278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1</a:t>
              </a:r>
              <a:r>
                <a:rPr lang="nl-NL" baseline="30000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</a:t>
              </a:r>
              <a:r>
                <a:rPr lang="nl-NL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 Target</a:t>
              </a:r>
            </a:p>
          </p:txBody>
        </p:sp>
      </p:grpSp>
      <p:grpSp>
        <p:nvGrpSpPr>
          <p:cNvPr id="1226" name="Groep 1225">
            <a:extLst>
              <a:ext uri="{FF2B5EF4-FFF2-40B4-BE49-F238E27FC236}">
                <a16:creationId xmlns:a16="http://schemas.microsoft.com/office/drawing/2014/main" id="{34D05F19-B70E-5A25-9FA0-8B362EA394AF}"/>
              </a:ext>
            </a:extLst>
          </p:cNvPr>
          <p:cNvGrpSpPr/>
          <p:nvPr/>
        </p:nvGrpSpPr>
        <p:grpSpPr>
          <a:xfrm>
            <a:off x="3893770" y="2168747"/>
            <a:ext cx="1947959" cy="2465137"/>
            <a:chOff x="3137708" y="2192924"/>
            <a:chExt cx="1947959" cy="2465137"/>
          </a:xfrm>
        </p:grpSpPr>
        <p:grpSp>
          <p:nvGrpSpPr>
            <p:cNvPr id="1187" name="Groep 1186">
              <a:extLst>
                <a:ext uri="{FF2B5EF4-FFF2-40B4-BE49-F238E27FC236}">
                  <a16:creationId xmlns:a16="http://schemas.microsoft.com/office/drawing/2014/main" id="{DF987B63-90F0-C8EA-B898-C77030CFE7DF}"/>
                </a:ext>
              </a:extLst>
            </p:cNvPr>
            <p:cNvGrpSpPr/>
            <p:nvPr/>
          </p:nvGrpSpPr>
          <p:grpSpPr>
            <a:xfrm>
              <a:off x="3137708" y="2712480"/>
              <a:ext cx="1947959" cy="1945581"/>
              <a:chOff x="2528834" y="2665660"/>
              <a:chExt cx="1947959" cy="1945581"/>
            </a:xfrm>
          </p:grpSpPr>
          <p:grpSp>
            <p:nvGrpSpPr>
              <p:cNvPr id="47" name="Groep 46">
                <a:extLst>
                  <a:ext uri="{FF2B5EF4-FFF2-40B4-BE49-F238E27FC236}">
                    <a16:creationId xmlns:a16="http://schemas.microsoft.com/office/drawing/2014/main" id="{ACE7C99D-1B9D-203B-FB13-2E7C10AC5CA6}"/>
                  </a:ext>
                </a:extLst>
              </p:cNvPr>
              <p:cNvGrpSpPr/>
              <p:nvPr/>
            </p:nvGrpSpPr>
            <p:grpSpPr>
              <a:xfrm>
                <a:off x="2528834" y="2665660"/>
                <a:ext cx="1947959" cy="1945581"/>
                <a:chOff x="975565" y="1376863"/>
                <a:chExt cx="2743200" cy="2739852"/>
              </a:xfrm>
            </p:grpSpPr>
            <p:grpSp>
              <p:nvGrpSpPr>
                <p:cNvPr id="4" name="Groep 3">
                  <a:extLst>
                    <a:ext uri="{FF2B5EF4-FFF2-40B4-BE49-F238E27FC236}">
                      <a16:creationId xmlns:a16="http://schemas.microsoft.com/office/drawing/2014/main" id="{ABAE5200-90A1-47DF-440C-5FD187064011}"/>
                    </a:ext>
                  </a:extLst>
                </p:cNvPr>
                <p:cNvGrpSpPr/>
                <p:nvPr/>
              </p:nvGrpSpPr>
              <p:grpSpPr>
                <a:xfrm>
                  <a:off x="975565" y="1376863"/>
                  <a:ext cx="2743200" cy="2739852"/>
                  <a:chOff x="9594106" y="4074900"/>
                  <a:chExt cx="1977531" cy="1975118"/>
                </a:xfrm>
              </p:grpSpPr>
              <p:grpSp>
                <p:nvGrpSpPr>
                  <p:cNvPr id="8" name="Groep 7">
                    <a:extLst>
                      <a:ext uri="{FF2B5EF4-FFF2-40B4-BE49-F238E27FC236}">
                        <a16:creationId xmlns:a16="http://schemas.microsoft.com/office/drawing/2014/main" id="{D20A87D8-DF5D-017A-98BB-93F704F81952}"/>
                      </a:ext>
                    </a:extLst>
                  </p:cNvPr>
                  <p:cNvGrpSpPr/>
                  <p:nvPr/>
                </p:nvGrpSpPr>
                <p:grpSpPr>
                  <a:xfrm>
                    <a:off x="9594106" y="4074900"/>
                    <a:ext cx="1977531" cy="1975118"/>
                    <a:chOff x="8207125" y="2734255"/>
                    <a:chExt cx="3396345" cy="3392199"/>
                  </a:xfrm>
                </p:grpSpPr>
                <p:sp>
                  <p:nvSpPr>
                    <p:cNvPr id="14" name="Rechthoek 13">
                      <a:extLst>
                        <a:ext uri="{FF2B5EF4-FFF2-40B4-BE49-F238E27FC236}">
                          <a16:creationId xmlns:a16="http://schemas.microsoft.com/office/drawing/2014/main" id="{2CE49D40-BA4F-7762-40D2-05073CF569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273425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5" name="Rechthoek 14">
                      <a:extLst>
                        <a:ext uri="{FF2B5EF4-FFF2-40B4-BE49-F238E27FC236}">
                          <a16:creationId xmlns:a16="http://schemas.microsoft.com/office/drawing/2014/main" id="{CA1B58C7-AF33-DCBC-8BA4-31E2F3620D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6" name="Rechthoek 15">
                      <a:extLst>
                        <a:ext uri="{FF2B5EF4-FFF2-40B4-BE49-F238E27FC236}">
                          <a16:creationId xmlns:a16="http://schemas.microsoft.com/office/drawing/2014/main" id="{23D826D6-8BDB-6C2A-54CE-4793E40C20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7" name="Rechthoek 16">
                      <a:extLst>
                        <a:ext uri="{FF2B5EF4-FFF2-40B4-BE49-F238E27FC236}">
                          <a16:creationId xmlns:a16="http://schemas.microsoft.com/office/drawing/2014/main" id="{2171BEFA-EBEF-E23B-F80B-AC20D1FE8E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273425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8" name="Rechthoek 17">
                      <a:extLst>
                        <a:ext uri="{FF2B5EF4-FFF2-40B4-BE49-F238E27FC236}">
                          <a16:creationId xmlns:a16="http://schemas.microsoft.com/office/drawing/2014/main" id="{22FB6582-CBDC-A512-F6A4-1C26EEE51E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273425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19" name="Rechthoek 18">
                      <a:extLst>
                        <a:ext uri="{FF2B5EF4-FFF2-40B4-BE49-F238E27FC236}">
                          <a16:creationId xmlns:a16="http://schemas.microsoft.com/office/drawing/2014/main" id="{22E15DC0-B01C-3508-A7AB-E31F41AC0F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0" name="Rechthoek 19">
                      <a:extLst>
                        <a:ext uri="{FF2B5EF4-FFF2-40B4-BE49-F238E27FC236}">
                          <a16:creationId xmlns:a16="http://schemas.microsoft.com/office/drawing/2014/main" id="{344F9684-78AA-2CAC-B02F-CFE6AA332C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1" name="Rechthoek 20">
                      <a:extLst>
                        <a:ext uri="{FF2B5EF4-FFF2-40B4-BE49-F238E27FC236}">
                          <a16:creationId xmlns:a16="http://schemas.microsoft.com/office/drawing/2014/main" id="{6A5CFBE8-2D6D-0DEA-3C8F-ACEC3AFEB0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2" name="Rechthoek 21">
                      <a:extLst>
                        <a:ext uri="{FF2B5EF4-FFF2-40B4-BE49-F238E27FC236}">
                          <a16:creationId xmlns:a16="http://schemas.microsoft.com/office/drawing/2014/main" id="{A836E16C-15FF-B2CB-43A9-098EBE81E7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3" name="Rechthoek 22">
                      <a:extLst>
                        <a:ext uri="{FF2B5EF4-FFF2-40B4-BE49-F238E27FC236}">
                          <a16:creationId xmlns:a16="http://schemas.microsoft.com/office/drawing/2014/main" id="{AD213B6C-9E91-0663-B8B8-A1A198578F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3413523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4" name="Rechthoek 23">
                      <a:extLst>
                        <a:ext uri="{FF2B5EF4-FFF2-40B4-BE49-F238E27FC236}">
                          <a16:creationId xmlns:a16="http://schemas.microsoft.com/office/drawing/2014/main" id="{477CA836-FA62-F5B4-BB9B-BB0F1376B3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5" name="Rechthoek 24">
                      <a:extLst>
                        <a:ext uri="{FF2B5EF4-FFF2-40B4-BE49-F238E27FC236}">
                          <a16:creationId xmlns:a16="http://schemas.microsoft.com/office/drawing/2014/main" id="{AA906449-F302-B72D-4DED-31E3FDC866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6" name="Rechthoek 25">
                      <a:extLst>
                        <a:ext uri="{FF2B5EF4-FFF2-40B4-BE49-F238E27FC236}">
                          <a16:creationId xmlns:a16="http://schemas.microsoft.com/office/drawing/2014/main" id="{637B97B1-80D5-393D-65FD-FDE8EFE007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7" name="Rechthoek 26">
                      <a:extLst>
                        <a:ext uri="{FF2B5EF4-FFF2-40B4-BE49-F238E27FC236}">
                          <a16:creationId xmlns:a16="http://schemas.microsoft.com/office/drawing/2014/main" id="{36A4AD1B-7FD5-35E1-3127-7AA12AB536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1" y="4092792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8" name="Rechthoek 27">
                      <a:extLst>
                        <a:ext uri="{FF2B5EF4-FFF2-40B4-BE49-F238E27FC236}">
                          <a16:creationId xmlns:a16="http://schemas.microsoft.com/office/drawing/2014/main" id="{C032131B-F55B-9022-1ED6-1FBE7D1449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4092792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29" name="Rechthoek 28">
                      <a:extLst>
                        <a:ext uri="{FF2B5EF4-FFF2-40B4-BE49-F238E27FC236}">
                          <a16:creationId xmlns:a16="http://schemas.microsoft.com/office/drawing/2014/main" id="{1B906741-BF38-FADC-460C-CC0D36E18E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0" name="Rechthoek 29">
                      <a:extLst>
                        <a:ext uri="{FF2B5EF4-FFF2-40B4-BE49-F238E27FC236}">
                          <a16:creationId xmlns:a16="http://schemas.microsoft.com/office/drawing/2014/main" id="{F271A64F-85B3-97BD-7A57-0B895CE58A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1" name="Rechthoek 30">
                      <a:extLst>
                        <a:ext uri="{FF2B5EF4-FFF2-40B4-BE49-F238E27FC236}">
                          <a16:creationId xmlns:a16="http://schemas.microsoft.com/office/drawing/2014/main" id="{B8467BFD-B6AE-6036-BB11-142A12D362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2" name="Rechthoek 31">
                      <a:extLst>
                        <a:ext uri="{FF2B5EF4-FFF2-40B4-BE49-F238E27FC236}">
                          <a16:creationId xmlns:a16="http://schemas.microsoft.com/office/drawing/2014/main" id="{AB8CDD40-84C8-13ED-BC0D-CB4D3C950E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4769988"/>
                      <a:ext cx="679269" cy="679269"/>
                    </a:xfrm>
                    <a:prstGeom prst="rect">
                      <a:avLst/>
                    </a:prstGeom>
                    <a:solidFill>
                      <a:srgbClr val="FF9F8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3" name="Rechthoek 32">
                      <a:extLst>
                        <a:ext uri="{FF2B5EF4-FFF2-40B4-BE49-F238E27FC236}">
                          <a16:creationId xmlns:a16="http://schemas.microsoft.com/office/drawing/2014/main" id="{295C842A-A264-33B8-5A5E-1F52E4AF64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4769988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4" name="Rechthoek 33">
                      <a:extLst>
                        <a:ext uri="{FF2B5EF4-FFF2-40B4-BE49-F238E27FC236}">
                          <a16:creationId xmlns:a16="http://schemas.microsoft.com/office/drawing/2014/main" id="{4607FCAA-3F87-50E3-E9D0-EBFCE30649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07125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5" name="Rechthoek 34">
                      <a:extLst>
                        <a:ext uri="{FF2B5EF4-FFF2-40B4-BE49-F238E27FC236}">
                          <a16:creationId xmlns:a16="http://schemas.microsoft.com/office/drawing/2014/main" id="{43A75FC2-995A-E4A5-734A-3F78D5C112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86394" y="5447185"/>
                      <a:ext cx="679269" cy="679269"/>
                    </a:xfrm>
                    <a:prstGeom prst="rect">
                      <a:avLst/>
                    </a:prstGeom>
                    <a:solidFill>
                      <a:srgbClr val="FFB39B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6" name="Rechthoek 35">
                      <a:extLst>
                        <a:ext uri="{FF2B5EF4-FFF2-40B4-BE49-F238E27FC236}">
                          <a16:creationId xmlns:a16="http://schemas.microsoft.com/office/drawing/2014/main" id="{0D9650E6-075F-B4E1-E774-8DC2323FF3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65663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7" name="Rechthoek 36">
                      <a:extLst>
                        <a:ext uri="{FF2B5EF4-FFF2-40B4-BE49-F238E27FC236}">
                          <a16:creationId xmlns:a16="http://schemas.microsoft.com/office/drawing/2014/main" id="{4F49C10A-283E-0724-2E70-8750342A2F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44932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  <p:sp>
                  <p:nvSpPr>
                    <p:cNvPr id="38" name="Rechthoek 37">
                      <a:extLst>
                        <a:ext uri="{FF2B5EF4-FFF2-40B4-BE49-F238E27FC236}">
                          <a16:creationId xmlns:a16="http://schemas.microsoft.com/office/drawing/2014/main" id="{A110B787-CAE6-8963-300C-AF20D3D6F3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24201" y="5447185"/>
                      <a:ext cx="679269" cy="67926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28575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 dirty="0"/>
                    </a:p>
                  </p:txBody>
                </p:sp>
              </p:grpSp>
              <p:sp>
                <p:nvSpPr>
                  <p:cNvPr id="6" name="Vrije vorm: vorm 5">
                    <a:extLst>
                      <a:ext uri="{FF2B5EF4-FFF2-40B4-BE49-F238E27FC236}">
                        <a16:creationId xmlns:a16="http://schemas.microsoft.com/office/drawing/2014/main" id="{8F6FF92D-775C-B77C-EEC3-A6141D27DB4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9709895" y="4203805"/>
                    <a:ext cx="190155" cy="163926"/>
                  </a:xfrm>
                  <a:custGeom>
                    <a:avLst/>
                    <a:gdLst>
                      <a:gd name="connsiteX0" fmla="*/ 495300 w 990600"/>
                      <a:gd name="connsiteY0" fmla="*/ 0 h 853966"/>
                      <a:gd name="connsiteX1" fmla="*/ 990600 w 990600"/>
                      <a:gd name="connsiteY1" fmla="*/ 853966 h 853966"/>
                      <a:gd name="connsiteX2" fmla="*/ 582332 w 990600"/>
                      <a:gd name="connsiteY2" fmla="*/ 853966 h 853966"/>
                      <a:gd name="connsiteX3" fmla="*/ 495300 w 990600"/>
                      <a:gd name="connsiteY3" fmla="*/ 703912 h 853966"/>
                      <a:gd name="connsiteX4" fmla="*/ 408269 w 990600"/>
                      <a:gd name="connsiteY4" fmla="*/ 853966 h 853966"/>
                      <a:gd name="connsiteX5" fmla="*/ 0 w 990600"/>
                      <a:gd name="connsiteY5" fmla="*/ 853966 h 8539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990600" h="853966">
                        <a:moveTo>
                          <a:pt x="495300" y="0"/>
                        </a:moveTo>
                        <a:lnTo>
                          <a:pt x="990600" y="853966"/>
                        </a:lnTo>
                        <a:lnTo>
                          <a:pt x="582332" y="853966"/>
                        </a:lnTo>
                        <a:lnTo>
                          <a:pt x="495300" y="703912"/>
                        </a:lnTo>
                        <a:lnTo>
                          <a:pt x="408269" y="853966"/>
                        </a:lnTo>
                        <a:lnTo>
                          <a:pt x="0" y="853966"/>
                        </a:lnTo>
                        <a:close/>
                      </a:path>
                    </a:pathLst>
                  </a:custGeom>
                  <a:noFill/>
                  <a:ln>
                    <a:solidFill>
                      <a:srgbClr val="042433">
                        <a:alpha val="87059"/>
                      </a:srgb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cxnSp>
              <p:nvCxnSpPr>
                <p:cNvPr id="42" name="Rechte verbindingslijn met pijl 41">
                  <a:extLst>
                    <a:ext uri="{FF2B5EF4-FFF2-40B4-BE49-F238E27FC236}">
                      <a16:creationId xmlns:a16="http://schemas.microsoft.com/office/drawing/2014/main" id="{44877959-10E5-0F3B-7C6E-8978CCBC926E}"/>
                    </a:ext>
                  </a:extLst>
                </p:cNvPr>
                <p:cNvCxnSpPr>
                  <a:stCxn id="15" idx="1"/>
                  <a:endCxn id="17" idx="3"/>
                </p:cNvCxnSpPr>
                <p:nvPr/>
              </p:nvCxnSpPr>
              <p:spPr>
                <a:xfrm>
                  <a:off x="1524205" y="1651183"/>
                  <a:ext cx="1645920" cy="0"/>
                </a:xfrm>
                <a:prstGeom prst="straightConnector1">
                  <a:avLst/>
                </a:prstGeom>
                <a:ln w="28575">
                  <a:prstDash val="solid"/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45" name="Vrije vorm: vorm 44">
                  <a:extLst>
                    <a:ext uri="{FF2B5EF4-FFF2-40B4-BE49-F238E27FC236}">
                      <a16:creationId xmlns:a16="http://schemas.microsoft.com/office/drawing/2014/main" id="{D45973BE-71C5-5C50-0E59-184CC8C89834}"/>
                    </a:ext>
                  </a:extLst>
                </p:cNvPr>
                <p:cNvSpPr/>
                <p:nvPr/>
              </p:nvSpPr>
              <p:spPr>
                <a:xfrm rot="10800000">
                  <a:off x="3312555" y="1607755"/>
                  <a:ext cx="263780" cy="227395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grpSp>
            <p:nvGrpSpPr>
              <p:cNvPr id="1186" name="Groep 1185">
                <a:extLst>
                  <a:ext uri="{FF2B5EF4-FFF2-40B4-BE49-F238E27FC236}">
                    <a16:creationId xmlns:a16="http://schemas.microsoft.com/office/drawing/2014/main" id="{F28FD437-0E10-2600-EDD4-F4F885D068D6}"/>
                  </a:ext>
                </a:extLst>
              </p:cNvPr>
              <p:cNvGrpSpPr/>
              <p:nvPr/>
            </p:nvGrpSpPr>
            <p:grpSpPr>
              <a:xfrm>
                <a:off x="3697609" y="3827682"/>
                <a:ext cx="389592" cy="389592"/>
                <a:chOff x="1379545" y="3983085"/>
                <a:chExt cx="389592" cy="389592"/>
              </a:xfrm>
              <a:noFill/>
            </p:grpSpPr>
            <p:sp>
              <p:nvSpPr>
                <p:cNvPr id="1177" name="Ovaal 1176">
                  <a:extLst>
                    <a:ext uri="{FF2B5EF4-FFF2-40B4-BE49-F238E27FC236}">
                      <a16:creationId xmlns:a16="http://schemas.microsoft.com/office/drawing/2014/main" id="{A054897C-D222-8F67-BC4C-BF5C7185A860}"/>
                    </a:ext>
                  </a:extLst>
                </p:cNvPr>
                <p:cNvSpPr/>
                <p:nvPr/>
              </p:nvSpPr>
              <p:spPr>
                <a:xfrm rot="2321871">
                  <a:off x="1437450" y="4040990"/>
                  <a:ext cx="273783" cy="273782"/>
                </a:xfrm>
                <a:prstGeom prst="ellips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  <p:cxnSp>
              <p:nvCxnSpPr>
                <p:cNvPr id="1178" name="Rechte verbindingslijn 1177">
                  <a:extLst>
                    <a:ext uri="{FF2B5EF4-FFF2-40B4-BE49-F238E27FC236}">
                      <a16:creationId xmlns:a16="http://schemas.microsoft.com/office/drawing/2014/main" id="{E3774BCC-B3FD-7801-39F0-76394726F7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74341" y="3983085"/>
                  <a:ext cx="0" cy="389592"/>
                </a:xfrm>
                <a:prstGeom prst="lin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179" name="Rechte verbindingslijn 1178">
                  <a:extLst>
                    <a:ext uri="{FF2B5EF4-FFF2-40B4-BE49-F238E27FC236}">
                      <a16:creationId xmlns:a16="http://schemas.microsoft.com/office/drawing/2014/main" id="{A7CF6E66-7C25-5248-1B22-EE228566E9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79545" y="4177881"/>
                  <a:ext cx="389592" cy="0"/>
                </a:xfrm>
                <a:prstGeom prst="line">
                  <a:avLst/>
                </a:prstGeom>
                <a:grpFill/>
                <a:ln w="28575">
                  <a:solidFill>
                    <a:schemeClr val="accent4">
                      <a:lumMod val="50000"/>
                    </a:schemeClr>
                  </a:solidFill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25" name="Tekstvak 1224">
              <a:extLst>
                <a:ext uri="{FF2B5EF4-FFF2-40B4-BE49-F238E27FC236}">
                  <a16:creationId xmlns:a16="http://schemas.microsoft.com/office/drawing/2014/main" id="{4F09A18C-7DDE-B0FE-CB37-40AAB5004685}"/>
                </a:ext>
              </a:extLst>
            </p:cNvPr>
            <p:cNvSpPr txBox="1"/>
            <p:nvPr/>
          </p:nvSpPr>
          <p:spPr>
            <a:xfrm flipH="1">
              <a:off x="3472559" y="2192924"/>
              <a:ext cx="1278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2</a:t>
              </a:r>
              <a:r>
                <a:rPr lang="nl-NL" baseline="30000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e</a:t>
              </a:r>
              <a:r>
                <a:rPr lang="nl-NL" dirty="0">
                  <a:solidFill>
                    <a:schemeClr val="bg1"/>
                  </a:solidFill>
                  <a:latin typeface="Google Sans" pitchFamily="2" charset="0"/>
                  <a:ea typeface="Google Sans" pitchFamily="2" charset="0"/>
                  <a:cs typeface="Google Sans" pitchFamily="2" charset="0"/>
                </a:rPr>
                <a:t> Target</a:t>
              </a:r>
            </a:p>
          </p:txBody>
        </p:sp>
      </p:grpSp>
      <p:sp>
        <p:nvSpPr>
          <p:cNvPr id="1229" name="Tekstvak 1228">
            <a:extLst>
              <a:ext uri="{FF2B5EF4-FFF2-40B4-BE49-F238E27FC236}">
                <a16:creationId xmlns:a16="http://schemas.microsoft.com/office/drawing/2014/main" id="{4104A300-A027-82E0-3DEF-5523A7606E04}"/>
              </a:ext>
            </a:extLst>
          </p:cNvPr>
          <p:cNvSpPr txBox="1"/>
          <p:nvPr/>
        </p:nvSpPr>
        <p:spPr>
          <a:xfrm>
            <a:off x="8839200" y="2154113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tx1">
                    <a:lumMod val="65000"/>
                    <a:lumOff val="35000"/>
                  </a:schemeClr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Kortste pad / Dijkstra</a:t>
            </a:r>
          </a:p>
        </p:txBody>
      </p:sp>
      <p:sp>
        <p:nvSpPr>
          <p:cNvPr id="1230" name="Tekstvak 1229">
            <a:extLst>
              <a:ext uri="{FF2B5EF4-FFF2-40B4-BE49-F238E27FC236}">
                <a16:creationId xmlns:a16="http://schemas.microsoft.com/office/drawing/2014/main" id="{43FB9D88-3DF8-CFCD-960A-254E3378ADCC}"/>
              </a:ext>
            </a:extLst>
          </p:cNvPr>
          <p:cNvSpPr txBox="1"/>
          <p:nvPr/>
        </p:nvSpPr>
        <p:spPr>
          <a:xfrm>
            <a:off x="8839975" y="4367894"/>
            <a:ext cx="3079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Kortste pad + </a:t>
            </a:r>
          </a:p>
          <a:p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Non-target </a:t>
            </a:r>
            <a:r>
              <a:rPr lang="nl-NL" dirty="0" err="1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avoidance</a:t>
            </a:r>
            <a:endParaRPr lang="nl-NL" dirty="0">
              <a:solidFill>
                <a:schemeClr val="bg1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grpSp>
        <p:nvGrpSpPr>
          <p:cNvPr id="1241" name="Groep 1240">
            <a:extLst>
              <a:ext uri="{FF2B5EF4-FFF2-40B4-BE49-F238E27FC236}">
                <a16:creationId xmlns:a16="http://schemas.microsoft.com/office/drawing/2014/main" id="{23CF96C3-5363-5861-4DDC-88EAEAE05767}"/>
              </a:ext>
            </a:extLst>
          </p:cNvPr>
          <p:cNvGrpSpPr/>
          <p:nvPr/>
        </p:nvGrpSpPr>
        <p:grpSpPr>
          <a:xfrm>
            <a:off x="6750813" y="3847520"/>
            <a:ext cx="1899239" cy="1896921"/>
            <a:chOff x="6750813" y="3847520"/>
            <a:chExt cx="1899239" cy="1896921"/>
          </a:xfrm>
        </p:grpSpPr>
        <p:grpSp>
          <p:nvGrpSpPr>
            <p:cNvPr id="1159" name="Groep 1158">
              <a:extLst>
                <a:ext uri="{FF2B5EF4-FFF2-40B4-BE49-F238E27FC236}">
                  <a16:creationId xmlns:a16="http://schemas.microsoft.com/office/drawing/2014/main" id="{9A87A66D-6133-3699-C83B-5A57AD6BA392}"/>
                </a:ext>
              </a:extLst>
            </p:cNvPr>
            <p:cNvGrpSpPr/>
            <p:nvPr/>
          </p:nvGrpSpPr>
          <p:grpSpPr>
            <a:xfrm>
              <a:off x="6750813" y="3847520"/>
              <a:ext cx="1899239" cy="1896921"/>
              <a:chOff x="7621549" y="2499622"/>
              <a:chExt cx="1745280" cy="1743150"/>
            </a:xfrm>
          </p:grpSpPr>
          <p:grpSp>
            <p:nvGrpSpPr>
              <p:cNvPr id="1119" name="Groep 1118">
                <a:extLst>
                  <a:ext uri="{FF2B5EF4-FFF2-40B4-BE49-F238E27FC236}">
                    <a16:creationId xmlns:a16="http://schemas.microsoft.com/office/drawing/2014/main" id="{CE7E7CB1-CEC9-DC02-855F-E648E49177C4}"/>
                  </a:ext>
                </a:extLst>
              </p:cNvPr>
              <p:cNvGrpSpPr/>
              <p:nvPr/>
            </p:nvGrpSpPr>
            <p:grpSpPr>
              <a:xfrm>
                <a:off x="7621549" y="2499622"/>
                <a:ext cx="1745280" cy="1743150"/>
                <a:chOff x="3234863" y="1367836"/>
                <a:chExt cx="1806692" cy="1804487"/>
              </a:xfrm>
            </p:grpSpPr>
            <p:grpSp>
              <p:nvGrpSpPr>
                <p:cNvPr id="1127" name="Groep 1126">
                  <a:extLst>
                    <a:ext uri="{FF2B5EF4-FFF2-40B4-BE49-F238E27FC236}">
                      <a16:creationId xmlns:a16="http://schemas.microsoft.com/office/drawing/2014/main" id="{A368EED3-05F6-EB5A-1445-0F22F387FF0D}"/>
                    </a:ext>
                  </a:extLst>
                </p:cNvPr>
                <p:cNvGrpSpPr/>
                <p:nvPr/>
              </p:nvGrpSpPr>
              <p:grpSpPr>
                <a:xfrm>
                  <a:off x="3234863" y="1367836"/>
                  <a:ext cx="1806692" cy="1804487"/>
                  <a:chOff x="8207125" y="2734255"/>
                  <a:chExt cx="3396345" cy="3392199"/>
                </a:xfrm>
              </p:grpSpPr>
              <p:sp>
                <p:nvSpPr>
                  <p:cNvPr id="1129" name="Rechthoek 1128">
                    <a:extLst>
                      <a:ext uri="{FF2B5EF4-FFF2-40B4-BE49-F238E27FC236}">
                        <a16:creationId xmlns:a16="http://schemas.microsoft.com/office/drawing/2014/main" id="{B52E083E-C300-84F6-7CAC-0CBF3A9D7579}"/>
                      </a:ext>
                    </a:extLst>
                  </p:cNvPr>
                  <p:cNvSpPr/>
                  <p:nvPr/>
                </p:nvSpPr>
                <p:spPr>
                  <a:xfrm>
                    <a:off x="8207125" y="273425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0" name="Rechthoek 1129">
                    <a:extLst>
                      <a:ext uri="{FF2B5EF4-FFF2-40B4-BE49-F238E27FC236}">
                        <a16:creationId xmlns:a16="http://schemas.microsoft.com/office/drawing/2014/main" id="{6B28D0B6-F58F-C4B1-6F47-79F09DD06008}"/>
                      </a:ext>
                    </a:extLst>
                  </p:cNvPr>
                  <p:cNvSpPr/>
                  <p:nvPr/>
                </p:nvSpPr>
                <p:spPr>
                  <a:xfrm>
                    <a:off x="8886394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1" name="Rechthoek 1130">
                    <a:extLst>
                      <a:ext uri="{FF2B5EF4-FFF2-40B4-BE49-F238E27FC236}">
                        <a16:creationId xmlns:a16="http://schemas.microsoft.com/office/drawing/2014/main" id="{40CFFDD8-BF7B-2A5E-9926-DB2A22EF411A}"/>
                      </a:ext>
                    </a:extLst>
                  </p:cNvPr>
                  <p:cNvSpPr/>
                  <p:nvPr/>
                </p:nvSpPr>
                <p:spPr>
                  <a:xfrm>
                    <a:off x="9565663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2" name="Rechthoek 1131">
                    <a:extLst>
                      <a:ext uri="{FF2B5EF4-FFF2-40B4-BE49-F238E27FC236}">
                        <a16:creationId xmlns:a16="http://schemas.microsoft.com/office/drawing/2014/main" id="{FFF0DD6E-69E4-A56D-77CE-FB398634DBEE}"/>
                      </a:ext>
                    </a:extLst>
                  </p:cNvPr>
                  <p:cNvSpPr/>
                  <p:nvPr/>
                </p:nvSpPr>
                <p:spPr>
                  <a:xfrm>
                    <a:off x="10244932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3" name="Rechthoek 1132">
                    <a:extLst>
                      <a:ext uri="{FF2B5EF4-FFF2-40B4-BE49-F238E27FC236}">
                        <a16:creationId xmlns:a16="http://schemas.microsoft.com/office/drawing/2014/main" id="{A1727CE5-94B0-F086-6A83-614A5AABFF93}"/>
                      </a:ext>
                    </a:extLst>
                  </p:cNvPr>
                  <p:cNvSpPr/>
                  <p:nvPr/>
                </p:nvSpPr>
                <p:spPr>
                  <a:xfrm>
                    <a:off x="10924201" y="273425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4" name="Rechthoek 1133">
                    <a:extLst>
                      <a:ext uri="{FF2B5EF4-FFF2-40B4-BE49-F238E27FC236}">
                        <a16:creationId xmlns:a16="http://schemas.microsoft.com/office/drawing/2014/main" id="{128C4D04-5E41-8BA7-D4F7-684CEAA1479D}"/>
                      </a:ext>
                    </a:extLst>
                  </p:cNvPr>
                  <p:cNvSpPr/>
                  <p:nvPr/>
                </p:nvSpPr>
                <p:spPr>
                  <a:xfrm>
                    <a:off x="8207125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5" name="Rechthoek 1134">
                    <a:extLst>
                      <a:ext uri="{FF2B5EF4-FFF2-40B4-BE49-F238E27FC236}">
                        <a16:creationId xmlns:a16="http://schemas.microsoft.com/office/drawing/2014/main" id="{EA94141E-5803-EBB3-7E91-4E2BDA66A98B}"/>
                      </a:ext>
                    </a:extLst>
                  </p:cNvPr>
                  <p:cNvSpPr/>
                  <p:nvPr/>
                </p:nvSpPr>
                <p:spPr>
                  <a:xfrm>
                    <a:off x="8886394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6" name="Rechthoek 1135">
                    <a:extLst>
                      <a:ext uri="{FF2B5EF4-FFF2-40B4-BE49-F238E27FC236}">
                        <a16:creationId xmlns:a16="http://schemas.microsoft.com/office/drawing/2014/main" id="{18BE131D-EE3C-A52C-05EE-1D609963DB9F}"/>
                      </a:ext>
                    </a:extLst>
                  </p:cNvPr>
                  <p:cNvSpPr/>
                  <p:nvPr/>
                </p:nvSpPr>
                <p:spPr>
                  <a:xfrm>
                    <a:off x="9565663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7" name="Rechthoek 1136">
                    <a:extLst>
                      <a:ext uri="{FF2B5EF4-FFF2-40B4-BE49-F238E27FC236}">
                        <a16:creationId xmlns:a16="http://schemas.microsoft.com/office/drawing/2014/main" id="{EFC96AEC-00F7-5AB9-23BB-B0C9880783B7}"/>
                      </a:ext>
                    </a:extLst>
                  </p:cNvPr>
                  <p:cNvSpPr/>
                  <p:nvPr/>
                </p:nvSpPr>
                <p:spPr>
                  <a:xfrm>
                    <a:off x="10244932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8" name="Rechthoek 1137">
                    <a:extLst>
                      <a:ext uri="{FF2B5EF4-FFF2-40B4-BE49-F238E27FC236}">
                        <a16:creationId xmlns:a16="http://schemas.microsoft.com/office/drawing/2014/main" id="{862551D4-E15A-9EA1-C9E8-19BAFE36EA15}"/>
                      </a:ext>
                    </a:extLst>
                  </p:cNvPr>
                  <p:cNvSpPr/>
                  <p:nvPr/>
                </p:nvSpPr>
                <p:spPr>
                  <a:xfrm>
                    <a:off x="10924201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39" name="Rechthoek 1138">
                    <a:extLst>
                      <a:ext uri="{FF2B5EF4-FFF2-40B4-BE49-F238E27FC236}">
                        <a16:creationId xmlns:a16="http://schemas.microsoft.com/office/drawing/2014/main" id="{5A8893BA-59D6-DA1D-84F8-42438C57D980}"/>
                      </a:ext>
                    </a:extLst>
                  </p:cNvPr>
                  <p:cNvSpPr/>
                  <p:nvPr/>
                </p:nvSpPr>
                <p:spPr>
                  <a:xfrm>
                    <a:off x="8207125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0" name="Rechthoek 1139">
                    <a:extLst>
                      <a:ext uri="{FF2B5EF4-FFF2-40B4-BE49-F238E27FC236}">
                        <a16:creationId xmlns:a16="http://schemas.microsoft.com/office/drawing/2014/main" id="{E529F0B2-FCDA-8BCF-25D2-03A82DCFD876}"/>
                      </a:ext>
                    </a:extLst>
                  </p:cNvPr>
                  <p:cNvSpPr/>
                  <p:nvPr/>
                </p:nvSpPr>
                <p:spPr>
                  <a:xfrm>
                    <a:off x="8886394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1" name="Rechthoek 1140">
                    <a:extLst>
                      <a:ext uri="{FF2B5EF4-FFF2-40B4-BE49-F238E27FC236}">
                        <a16:creationId xmlns:a16="http://schemas.microsoft.com/office/drawing/2014/main" id="{6D6C2550-8A94-8D5C-66C0-969BB8DA26A8}"/>
                      </a:ext>
                    </a:extLst>
                  </p:cNvPr>
                  <p:cNvSpPr/>
                  <p:nvPr/>
                </p:nvSpPr>
                <p:spPr>
                  <a:xfrm>
                    <a:off x="9565663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2" name="Rechthoek 1141">
                    <a:extLst>
                      <a:ext uri="{FF2B5EF4-FFF2-40B4-BE49-F238E27FC236}">
                        <a16:creationId xmlns:a16="http://schemas.microsoft.com/office/drawing/2014/main" id="{79E5A8C7-0359-A5DD-4A06-BFB71EF5F765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092792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3" name="Rechthoek 1142">
                    <a:extLst>
                      <a:ext uri="{FF2B5EF4-FFF2-40B4-BE49-F238E27FC236}">
                        <a16:creationId xmlns:a16="http://schemas.microsoft.com/office/drawing/2014/main" id="{8DFF48A5-E5B9-DFCC-A961-F853D16FB7AC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4" name="Rechthoek 1143">
                    <a:extLst>
                      <a:ext uri="{FF2B5EF4-FFF2-40B4-BE49-F238E27FC236}">
                        <a16:creationId xmlns:a16="http://schemas.microsoft.com/office/drawing/2014/main" id="{12E19EAD-95F0-1B3E-942B-899D7383D9F4}"/>
                      </a:ext>
                    </a:extLst>
                  </p:cNvPr>
                  <p:cNvSpPr/>
                  <p:nvPr/>
                </p:nvSpPr>
                <p:spPr>
                  <a:xfrm>
                    <a:off x="8207125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5" name="Rechthoek 1144">
                    <a:extLst>
                      <a:ext uri="{FF2B5EF4-FFF2-40B4-BE49-F238E27FC236}">
                        <a16:creationId xmlns:a16="http://schemas.microsoft.com/office/drawing/2014/main" id="{0137CC1E-36D8-EA56-455E-22B729865F10}"/>
                      </a:ext>
                    </a:extLst>
                  </p:cNvPr>
                  <p:cNvSpPr/>
                  <p:nvPr/>
                </p:nvSpPr>
                <p:spPr>
                  <a:xfrm>
                    <a:off x="8886394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6" name="Rechthoek 1145">
                    <a:extLst>
                      <a:ext uri="{FF2B5EF4-FFF2-40B4-BE49-F238E27FC236}">
                        <a16:creationId xmlns:a16="http://schemas.microsoft.com/office/drawing/2014/main" id="{DA16C635-A40B-A5D5-632F-3830EBABBAB1}"/>
                      </a:ext>
                    </a:extLst>
                  </p:cNvPr>
                  <p:cNvSpPr/>
                  <p:nvPr/>
                </p:nvSpPr>
                <p:spPr>
                  <a:xfrm>
                    <a:off x="9565663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7" name="Rechthoek 1146">
                    <a:extLst>
                      <a:ext uri="{FF2B5EF4-FFF2-40B4-BE49-F238E27FC236}">
                        <a16:creationId xmlns:a16="http://schemas.microsoft.com/office/drawing/2014/main" id="{719638B7-C0E1-393A-583E-B5EDD6688598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769988"/>
                    <a:ext cx="679269" cy="679269"/>
                  </a:xfrm>
                  <a:prstGeom prst="rect">
                    <a:avLst/>
                  </a:prstGeom>
                  <a:solidFill>
                    <a:srgbClr val="FF9F8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8" name="Rechthoek 1147">
                    <a:extLst>
                      <a:ext uri="{FF2B5EF4-FFF2-40B4-BE49-F238E27FC236}">
                        <a16:creationId xmlns:a16="http://schemas.microsoft.com/office/drawing/2014/main" id="{456461F1-723B-DAA3-D765-430A091BC7A5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49" name="Rechthoek 1148">
                    <a:extLst>
                      <a:ext uri="{FF2B5EF4-FFF2-40B4-BE49-F238E27FC236}">
                        <a16:creationId xmlns:a16="http://schemas.microsoft.com/office/drawing/2014/main" id="{674C7681-2674-921C-7423-CB4B9DCBDB7C}"/>
                      </a:ext>
                    </a:extLst>
                  </p:cNvPr>
                  <p:cNvSpPr/>
                  <p:nvPr/>
                </p:nvSpPr>
                <p:spPr>
                  <a:xfrm>
                    <a:off x="8207125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0" name="Rechthoek 1149">
                    <a:extLst>
                      <a:ext uri="{FF2B5EF4-FFF2-40B4-BE49-F238E27FC236}">
                        <a16:creationId xmlns:a16="http://schemas.microsoft.com/office/drawing/2014/main" id="{82A05D22-B177-0E6F-5F4E-F35750783434}"/>
                      </a:ext>
                    </a:extLst>
                  </p:cNvPr>
                  <p:cNvSpPr/>
                  <p:nvPr/>
                </p:nvSpPr>
                <p:spPr>
                  <a:xfrm>
                    <a:off x="8886394" y="544718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1" name="Rechthoek 1150">
                    <a:extLst>
                      <a:ext uri="{FF2B5EF4-FFF2-40B4-BE49-F238E27FC236}">
                        <a16:creationId xmlns:a16="http://schemas.microsoft.com/office/drawing/2014/main" id="{F96DF297-B66F-D8D1-52CE-774CC510F881}"/>
                      </a:ext>
                    </a:extLst>
                  </p:cNvPr>
                  <p:cNvSpPr/>
                  <p:nvPr/>
                </p:nvSpPr>
                <p:spPr>
                  <a:xfrm>
                    <a:off x="9565663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2" name="Rechthoek 1151">
                    <a:extLst>
                      <a:ext uri="{FF2B5EF4-FFF2-40B4-BE49-F238E27FC236}">
                        <a16:creationId xmlns:a16="http://schemas.microsoft.com/office/drawing/2014/main" id="{60D240C9-4649-75DF-A8E5-83E44EE90F1C}"/>
                      </a:ext>
                    </a:extLst>
                  </p:cNvPr>
                  <p:cNvSpPr/>
                  <p:nvPr/>
                </p:nvSpPr>
                <p:spPr>
                  <a:xfrm>
                    <a:off x="10244932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153" name="Rechthoek 1152">
                    <a:extLst>
                      <a:ext uri="{FF2B5EF4-FFF2-40B4-BE49-F238E27FC236}">
                        <a16:creationId xmlns:a16="http://schemas.microsoft.com/office/drawing/2014/main" id="{A50305AE-7F90-1B14-A579-9C008B44F1D5}"/>
                      </a:ext>
                    </a:extLst>
                  </p:cNvPr>
                  <p:cNvSpPr/>
                  <p:nvPr/>
                </p:nvSpPr>
                <p:spPr>
                  <a:xfrm>
                    <a:off x="10924201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cxnSp>
              <p:nvCxnSpPr>
                <p:cNvPr id="1121" name="Rechte verbindingslijn 1120">
                  <a:extLst>
                    <a:ext uri="{FF2B5EF4-FFF2-40B4-BE49-F238E27FC236}">
                      <a16:creationId xmlns:a16="http://schemas.microsoft.com/office/drawing/2014/main" id="{85A28ECF-7243-077F-C880-C267DA7B12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60886" y="1745188"/>
                  <a:ext cx="0" cy="850168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122" name="Rechte verbindingslijn 1121">
                  <a:extLst>
                    <a:ext uri="{FF2B5EF4-FFF2-40B4-BE49-F238E27FC236}">
                      <a16:creationId xmlns:a16="http://schemas.microsoft.com/office/drawing/2014/main" id="{8983999B-5800-D241-DD11-C58A0325F326}"/>
                    </a:ext>
                  </a:extLst>
                </p:cNvPr>
                <p:cNvCxnSpPr>
                  <a:cxnSpLocks/>
                  <a:stCxn id="1133" idx="2"/>
                </p:cNvCxnSpPr>
                <p:nvPr/>
              </p:nvCxnSpPr>
              <p:spPr>
                <a:xfrm>
                  <a:off x="4860886" y="1729174"/>
                  <a:ext cx="0" cy="19019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123" name="Vrije vorm: vorm 1122">
                  <a:extLst>
                    <a:ext uri="{FF2B5EF4-FFF2-40B4-BE49-F238E27FC236}">
                      <a16:creationId xmlns:a16="http://schemas.microsoft.com/office/drawing/2014/main" id="{D57711FA-4B53-265B-B6E6-8074D13C5035}"/>
                    </a:ext>
                  </a:extLst>
                </p:cNvPr>
                <p:cNvSpPr/>
                <p:nvPr/>
              </p:nvSpPr>
              <p:spPr>
                <a:xfrm rot="10800000">
                  <a:off x="4772754" y="1482650"/>
                  <a:ext cx="173727" cy="149764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sp>
            <p:nvSpPr>
              <p:cNvPr id="1158" name="Vrije vorm: vorm 1157">
                <a:extLst>
                  <a:ext uri="{FF2B5EF4-FFF2-40B4-BE49-F238E27FC236}">
                    <a16:creationId xmlns:a16="http://schemas.microsoft.com/office/drawing/2014/main" id="{8E68A1FB-C924-3ABA-6F79-9A2912A43D32}"/>
                  </a:ext>
                </a:extLst>
              </p:cNvPr>
              <p:cNvSpPr/>
              <p:nvPr/>
            </p:nvSpPr>
            <p:spPr>
              <a:xfrm rot="16200000">
                <a:off x="9084610" y="3665654"/>
                <a:ext cx="167822" cy="144673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</p:grpSp>
        <p:sp>
          <p:nvSpPr>
            <p:cNvPr id="1231" name="Ovaal 1230">
              <a:extLst>
                <a:ext uri="{FF2B5EF4-FFF2-40B4-BE49-F238E27FC236}">
                  <a16:creationId xmlns:a16="http://schemas.microsoft.com/office/drawing/2014/main" id="{0E046656-8DE2-B78D-548F-5A3EF54589E3}"/>
                </a:ext>
              </a:extLst>
            </p:cNvPr>
            <p:cNvSpPr/>
            <p:nvPr/>
          </p:nvSpPr>
          <p:spPr>
            <a:xfrm rot="2321871">
              <a:off x="7951090" y="5030082"/>
              <a:ext cx="273783" cy="273782"/>
            </a:xfrm>
            <a:prstGeom prst="ellipse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232" name="Rechte verbindingslijn 1231">
              <a:extLst>
                <a:ext uri="{FF2B5EF4-FFF2-40B4-BE49-F238E27FC236}">
                  <a16:creationId xmlns:a16="http://schemas.microsoft.com/office/drawing/2014/main" id="{5D4BBBD5-6D8C-AA6E-CA22-12A8C65C9E12}"/>
                </a:ext>
              </a:extLst>
            </p:cNvPr>
            <p:cNvCxnSpPr>
              <a:cxnSpLocks/>
            </p:cNvCxnSpPr>
            <p:nvPr/>
          </p:nvCxnSpPr>
          <p:spPr>
            <a:xfrm>
              <a:off x="8087981" y="4972177"/>
              <a:ext cx="0" cy="389592"/>
            </a:xfrm>
            <a:prstGeom prst="line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3" name="Rechte verbindingslijn 1232">
              <a:extLst>
                <a:ext uri="{FF2B5EF4-FFF2-40B4-BE49-F238E27FC236}">
                  <a16:creationId xmlns:a16="http://schemas.microsoft.com/office/drawing/2014/main" id="{9E99E143-E585-84E7-7E27-BF65D98F53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3185" y="5166973"/>
              <a:ext cx="389592" cy="0"/>
            </a:xfrm>
            <a:prstGeom prst="line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40" name="Groep 1239">
            <a:extLst>
              <a:ext uri="{FF2B5EF4-FFF2-40B4-BE49-F238E27FC236}">
                <a16:creationId xmlns:a16="http://schemas.microsoft.com/office/drawing/2014/main" id="{F001175D-9C92-DFC1-3D3C-430341CBC5E4}"/>
              </a:ext>
            </a:extLst>
          </p:cNvPr>
          <p:cNvGrpSpPr/>
          <p:nvPr/>
        </p:nvGrpSpPr>
        <p:grpSpPr>
          <a:xfrm>
            <a:off x="7689801" y="1843654"/>
            <a:ext cx="972902" cy="971715"/>
            <a:chOff x="6750813" y="1389708"/>
            <a:chExt cx="1899239" cy="1896921"/>
          </a:xfrm>
        </p:grpSpPr>
        <p:grpSp>
          <p:nvGrpSpPr>
            <p:cNvPr id="1118" name="Groep 1117">
              <a:extLst>
                <a:ext uri="{FF2B5EF4-FFF2-40B4-BE49-F238E27FC236}">
                  <a16:creationId xmlns:a16="http://schemas.microsoft.com/office/drawing/2014/main" id="{645C93C8-6CC8-CE98-E67F-B4FD712F0CD2}"/>
                </a:ext>
              </a:extLst>
            </p:cNvPr>
            <p:cNvGrpSpPr/>
            <p:nvPr/>
          </p:nvGrpSpPr>
          <p:grpSpPr>
            <a:xfrm>
              <a:off x="6750813" y="1389708"/>
              <a:ext cx="1899239" cy="1896921"/>
              <a:chOff x="3234863" y="1367836"/>
              <a:chExt cx="1806692" cy="1804487"/>
            </a:xfrm>
          </p:grpSpPr>
          <p:grpSp>
            <p:nvGrpSpPr>
              <p:cNvPr id="48" name="Groep 47">
                <a:extLst>
                  <a:ext uri="{FF2B5EF4-FFF2-40B4-BE49-F238E27FC236}">
                    <a16:creationId xmlns:a16="http://schemas.microsoft.com/office/drawing/2014/main" id="{29599DEB-F35D-083F-2E62-A630BC50C7DF}"/>
                  </a:ext>
                </a:extLst>
              </p:cNvPr>
              <p:cNvGrpSpPr/>
              <p:nvPr/>
            </p:nvGrpSpPr>
            <p:grpSpPr>
              <a:xfrm>
                <a:off x="3234863" y="1367836"/>
                <a:ext cx="1806692" cy="1804487"/>
                <a:chOff x="975565" y="1376863"/>
                <a:chExt cx="2743200" cy="2739852"/>
              </a:xfrm>
            </p:grpSpPr>
            <p:grpSp>
              <p:nvGrpSpPr>
                <p:cNvPr id="57" name="Groep 56">
                  <a:extLst>
                    <a:ext uri="{FF2B5EF4-FFF2-40B4-BE49-F238E27FC236}">
                      <a16:creationId xmlns:a16="http://schemas.microsoft.com/office/drawing/2014/main" id="{D3AB033B-74AC-35FC-EBC6-AB849C4ACED3}"/>
                    </a:ext>
                  </a:extLst>
                </p:cNvPr>
                <p:cNvGrpSpPr/>
                <p:nvPr/>
              </p:nvGrpSpPr>
              <p:grpSpPr>
                <a:xfrm>
                  <a:off x="975565" y="1376863"/>
                  <a:ext cx="2743200" cy="2739852"/>
                  <a:chOff x="8207125" y="2734255"/>
                  <a:chExt cx="3396345" cy="3392199"/>
                </a:xfrm>
              </p:grpSpPr>
              <p:sp>
                <p:nvSpPr>
                  <p:cNvPr id="59" name="Rechthoek 58">
                    <a:extLst>
                      <a:ext uri="{FF2B5EF4-FFF2-40B4-BE49-F238E27FC236}">
                        <a16:creationId xmlns:a16="http://schemas.microsoft.com/office/drawing/2014/main" id="{2C466106-B109-E9CF-33FD-26C76E73AD7D}"/>
                      </a:ext>
                    </a:extLst>
                  </p:cNvPr>
                  <p:cNvSpPr/>
                  <p:nvPr/>
                </p:nvSpPr>
                <p:spPr>
                  <a:xfrm>
                    <a:off x="8207125" y="273425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60" name="Rechthoek 59">
                    <a:extLst>
                      <a:ext uri="{FF2B5EF4-FFF2-40B4-BE49-F238E27FC236}">
                        <a16:creationId xmlns:a16="http://schemas.microsoft.com/office/drawing/2014/main" id="{01DC0049-63DE-7D39-3293-F415E41ACABC}"/>
                      </a:ext>
                    </a:extLst>
                  </p:cNvPr>
                  <p:cNvSpPr/>
                  <p:nvPr/>
                </p:nvSpPr>
                <p:spPr>
                  <a:xfrm>
                    <a:off x="8886394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61" name="Rechthoek 60">
                    <a:extLst>
                      <a:ext uri="{FF2B5EF4-FFF2-40B4-BE49-F238E27FC236}">
                        <a16:creationId xmlns:a16="http://schemas.microsoft.com/office/drawing/2014/main" id="{570E2BD2-4F27-B5CA-A2E3-C43C9785D655}"/>
                      </a:ext>
                    </a:extLst>
                  </p:cNvPr>
                  <p:cNvSpPr/>
                  <p:nvPr/>
                </p:nvSpPr>
                <p:spPr>
                  <a:xfrm>
                    <a:off x="9565663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62" name="Rechthoek 61">
                    <a:extLst>
                      <a:ext uri="{FF2B5EF4-FFF2-40B4-BE49-F238E27FC236}">
                        <a16:creationId xmlns:a16="http://schemas.microsoft.com/office/drawing/2014/main" id="{372549F6-468C-0FFD-11EE-14C9A8EFE5B8}"/>
                      </a:ext>
                    </a:extLst>
                  </p:cNvPr>
                  <p:cNvSpPr/>
                  <p:nvPr/>
                </p:nvSpPr>
                <p:spPr>
                  <a:xfrm>
                    <a:off x="10244932" y="273425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63" name="Rechthoek 62">
                    <a:extLst>
                      <a:ext uri="{FF2B5EF4-FFF2-40B4-BE49-F238E27FC236}">
                        <a16:creationId xmlns:a16="http://schemas.microsoft.com/office/drawing/2014/main" id="{F116F206-6C37-DCBB-0695-1CAF389C782D}"/>
                      </a:ext>
                    </a:extLst>
                  </p:cNvPr>
                  <p:cNvSpPr/>
                  <p:nvPr/>
                </p:nvSpPr>
                <p:spPr>
                  <a:xfrm>
                    <a:off x="10924201" y="273425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24" name="Rechthoek 1023">
                    <a:extLst>
                      <a:ext uri="{FF2B5EF4-FFF2-40B4-BE49-F238E27FC236}">
                        <a16:creationId xmlns:a16="http://schemas.microsoft.com/office/drawing/2014/main" id="{80E8D1B3-C515-4699-FBD8-146F9DF24A5E}"/>
                      </a:ext>
                    </a:extLst>
                  </p:cNvPr>
                  <p:cNvSpPr/>
                  <p:nvPr/>
                </p:nvSpPr>
                <p:spPr>
                  <a:xfrm>
                    <a:off x="8207125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25" name="Rechthoek 1024">
                    <a:extLst>
                      <a:ext uri="{FF2B5EF4-FFF2-40B4-BE49-F238E27FC236}">
                        <a16:creationId xmlns:a16="http://schemas.microsoft.com/office/drawing/2014/main" id="{CC8E65CA-70F5-CCA2-3534-DA0D287F6EA2}"/>
                      </a:ext>
                    </a:extLst>
                  </p:cNvPr>
                  <p:cNvSpPr/>
                  <p:nvPr/>
                </p:nvSpPr>
                <p:spPr>
                  <a:xfrm>
                    <a:off x="8886394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27" name="Rechthoek 1026">
                    <a:extLst>
                      <a:ext uri="{FF2B5EF4-FFF2-40B4-BE49-F238E27FC236}">
                        <a16:creationId xmlns:a16="http://schemas.microsoft.com/office/drawing/2014/main" id="{DDF53EC2-1EEF-DEFF-5A98-B6A0973CE553}"/>
                      </a:ext>
                    </a:extLst>
                  </p:cNvPr>
                  <p:cNvSpPr/>
                  <p:nvPr/>
                </p:nvSpPr>
                <p:spPr>
                  <a:xfrm>
                    <a:off x="9565663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29" name="Rechthoek 1028">
                    <a:extLst>
                      <a:ext uri="{FF2B5EF4-FFF2-40B4-BE49-F238E27FC236}">
                        <a16:creationId xmlns:a16="http://schemas.microsoft.com/office/drawing/2014/main" id="{0AB12308-1C88-69F9-E7ED-C9AFC50057BF}"/>
                      </a:ext>
                    </a:extLst>
                  </p:cNvPr>
                  <p:cNvSpPr/>
                  <p:nvPr/>
                </p:nvSpPr>
                <p:spPr>
                  <a:xfrm>
                    <a:off x="10244932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0" name="Rechthoek 1029">
                    <a:extLst>
                      <a:ext uri="{FF2B5EF4-FFF2-40B4-BE49-F238E27FC236}">
                        <a16:creationId xmlns:a16="http://schemas.microsoft.com/office/drawing/2014/main" id="{ECC7823B-0204-CA41-D5A1-B1FD16013F16}"/>
                      </a:ext>
                    </a:extLst>
                  </p:cNvPr>
                  <p:cNvSpPr/>
                  <p:nvPr/>
                </p:nvSpPr>
                <p:spPr>
                  <a:xfrm>
                    <a:off x="10924201" y="3413523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1" name="Rechthoek 1030">
                    <a:extLst>
                      <a:ext uri="{FF2B5EF4-FFF2-40B4-BE49-F238E27FC236}">
                        <a16:creationId xmlns:a16="http://schemas.microsoft.com/office/drawing/2014/main" id="{8BE7B156-71CE-09FD-B767-2FB567B4E679}"/>
                      </a:ext>
                    </a:extLst>
                  </p:cNvPr>
                  <p:cNvSpPr/>
                  <p:nvPr/>
                </p:nvSpPr>
                <p:spPr>
                  <a:xfrm>
                    <a:off x="8207125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2" name="Rechthoek 1031">
                    <a:extLst>
                      <a:ext uri="{FF2B5EF4-FFF2-40B4-BE49-F238E27FC236}">
                        <a16:creationId xmlns:a16="http://schemas.microsoft.com/office/drawing/2014/main" id="{D4CD4BA1-CD7C-1F6A-06F3-63329B36F103}"/>
                      </a:ext>
                    </a:extLst>
                  </p:cNvPr>
                  <p:cNvSpPr/>
                  <p:nvPr/>
                </p:nvSpPr>
                <p:spPr>
                  <a:xfrm>
                    <a:off x="8886394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3" name="Rechthoek 1032">
                    <a:extLst>
                      <a:ext uri="{FF2B5EF4-FFF2-40B4-BE49-F238E27FC236}">
                        <a16:creationId xmlns:a16="http://schemas.microsoft.com/office/drawing/2014/main" id="{FBE8F589-CC38-0CE1-A3C5-8069971356B2}"/>
                      </a:ext>
                    </a:extLst>
                  </p:cNvPr>
                  <p:cNvSpPr/>
                  <p:nvPr/>
                </p:nvSpPr>
                <p:spPr>
                  <a:xfrm>
                    <a:off x="9565663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4" name="Rechthoek 1033">
                    <a:extLst>
                      <a:ext uri="{FF2B5EF4-FFF2-40B4-BE49-F238E27FC236}">
                        <a16:creationId xmlns:a16="http://schemas.microsoft.com/office/drawing/2014/main" id="{66FF032E-72C7-9840-C832-7011D4149CD4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092792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5" name="Rechthoek 1034">
                    <a:extLst>
                      <a:ext uri="{FF2B5EF4-FFF2-40B4-BE49-F238E27FC236}">
                        <a16:creationId xmlns:a16="http://schemas.microsoft.com/office/drawing/2014/main" id="{4047407C-867E-E071-2996-8B08EA413F25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092792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6" name="Rechthoek 1035">
                    <a:extLst>
                      <a:ext uri="{FF2B5EF4-FFF2-40B4-BE49-F238E27FC236}">
                        <a16:creationId xmlns:a16="http://schemas.microsoft.com/office/drawing/2014/main" id="{5C054251-E9B0-A521-6A52-31B7DA550514}"/>
                      </a:ext>
                    </a:extLst>
                  </p:cNvPr>
                  <p:cNvSpPr/>
                  <p:nvPr/>
                </p:nvSpPr>
                <p:spPr>
                  <a:xfrm>
                    <a:off x="8207125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7" name="Rechthoek 1036">
                    <a:extLst>
                      <a:ext uri="{FF2B5EF4-FFF2-40B4-BE49-F238E27FC236}">
                        <a16:creationId xmlns:a16="http://schemas.microsoft.com/office/drawing/2014/main" id="{0B551EF0-FEA2-F85B-BA69-45B88A902E89}"/>
                      </a:ext>
                    </a:extLst>
                  </p:cNvPr>
                  <p:cNvSpPr/>
                  <p:nvPr/>
                </p:nvSpPr>
                <p:spPr>
                  <a:xfrm>
                    <a:off x="8886394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8" name="Rechthoek 1037">
                    <a:extLst>
                      <a:ext uri="{FF2B5EF4-FFF2-40B4-BE49-F238E27FC236}">
                        <a16:creationId xmlns:a16="http://schemas.microsoft.com/office/drawing/2014/main" id="{56AF0324-10B6-D06C-4EBE-934D51596E84}"/>
                      </a:ext>
                    </a:extLst>
                  </p:cNvPr>
                  <p:cNvSpPr/>
                  <p:nvPr/>
                </p:nvSpPr>
                <p:spPr>
                  <a:xfrm>
                    <a:off x="9565663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39" name="Rechthoek 1038">
                    <a:extLst>
                      <a:ext uri="{FF2B5EF4-FFF2-40B4-BE49-F238E27FC236}">
                        <a16:creationId xmlns:a16="http://schemas.microsoft.com/office/drawing/2014/main" id="{22BA3CF5-9665-65CB-74DC-1092CC350E6A}"/>
                      </a:ext>
                    </a:extLst>
                  </p:cNvPr>
                  <p:cNvSpPr/>
                  <p:nvPr/>
                </p:nvSpPr>
                <p:spPr>
                  <a:xfrm>
                    <a:off x="10244932" y="4769988"/>
                    <a:ext cx="679269" cy="679269"/>
                  </a:xfrm>
                  <a:prstGeom prst="rect">
                    <a:avLst/>
                  </a:prstGeom>
                  <a:solidFill>
                    <a:srgbClr val="FF9F8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0" name="Rechthoek 1039">
                    <a:extLst>
                      <a:ext uri="{FF2B5EF4-FFF2-40B4-BE49-F238E27FC236}">
                        <a16:creationId xmlns:a16="http://schemas.microsoft.com/office/drawing/2014/main" id="{BCE364B3-59C2-C582-5E66-B4CDE8B9F05A}"/>
                      </a:ext>
                    </a:extLst>
                  </p:cNvPr>
                  <p:cNvSpPr/>
                  <p:nvPr/>
                </p:nvSpPr>
                <p:spPr>
                  <a:xfrm>
                    <a:off x="10924201" y="4769988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1" name="Rechthoek 1040">
                    <a:extLst>
                      <a:ext uri="{FF2B5EF4-FFF2-40B4-BE49-F238E27FC236}">
                        <a16:creationId xmlns:a16="http://schemas.microsoft.com/office/drawing/2014/main" id="{91D349B9-63E4-38C0-DADD-2AD8F11800BC}"/>
                      </a:ext>
                    </a:extLst>
                  </p:cNvPr>
                  <p:cNvSpPr/>
                  <p:nvPr/>
                </p:nvSpPr>
                <p:spPr>
                  <a:xfrm>
                    <a:off x="8207125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2" name="Rechthoek 1041">
                    <a:extLst>
                      <a:ext uri="{FF2B5EF4-FFF2-40B4-BE49-F238E27FC236}">
                        <a16:creationId xmlns:a16="http://schemas.microsoft.com/office/drawing/2014/main" id="{CB538FFC-D79E-1B63-6603-8E39BDFF5BAB}"/>
                      </a:ext>
                    </a:extLst>
                  </p:cNvPr>
                  <p:cNvSpPr/>
                  <p:nvPr/>
                </p:nvSpPr>
                <p:spPr>
                  <a:xfrm>
                    <a:off x="8886394" y="5447185"/>
                    <a:ext cx="679269" cy="679269"/>
                  </a:xfrm>
                  <a:prstGeom prst="rect">
                    <a:avLst/>
                  </a:prstGeom>
                  <a:solidFill>
                    <a:srgbClr val="FFB39B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3" name="Rechthoek 1042">
                    <a:extLst>
                      <a:ext uri="{FF2B5EF4-FFF2-40B4-BE49-F238E27FC236}">
                        <a16:creationId xmlns:a16="http://schemas.microsoft.com/office/drawing/2014/main" id="{B568B9D2-93F5-D260-9DD3-50972FAB106E}"/>
                      </a:ext>
                    </a:extLst>
                  </p:cNvPr>
                  <p:cNvSpPr/>
                  <p:nvPr/>
                </p:nvSpPr>
                <p:spPr>
                  <a:xfrm>
                    <a:off x="9565663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4" name="Rechthoek 1043">
                    <a:extLst>
                      <a:ext uri="{FF2B5EF4-FFF2-40B4-BE49-F238E27FC236}">
                        <a16:creationId xmlns:a16="http://schemas.microsoft.com/office/drawing/2014/main" id="{9A9F671C-ED87-B3E9-3C39-273C3264A1B6}"/>
                      </a:ext>
                    </a:extLst>
                  </p:cNvPr>
                  <p:cNvSpPr/>
                  <p:nvPr/>
                </p:nvSpPr>
                <p:spPr>
                  <a:xfrm>
                    <a:off x="10244932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  <p:sp>
                <p:nvSpPr>
                  <p:cNvPr id="1045" name="Rechthoek 1044">
                    <a:extLst>
                      <a:ext uri="{FF2B5EF4-FFF2-40B4-BE49-F238E27FC236}">
                        <a16:creationId xmlns:a16="http://schemas.microsoft.com/office/drawing/2014/main" id="{11B3006B-A967-09BA-950B-3F532690A3F9}"/>
                      </a:ext>
                    </a:extLst>
                  </p:cNvPr>
                  <p:cNvSpPr/>
                  <p:nvPr/>
                </p:nvSpPr>
                <p:spPr>
                  <a:xfrm>
                    <a:off x="10924201" y="5447185"/>
                    <a:ext cx="679269" cy="679269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2">
                        <a:lumMod val="90000"/>
                        <a:lumOff val="10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nl-NL" noProof="0" dirty="0"/>
                  </a:p>
                </p:txBody>
              </p:sp>
            </p:grpSp>
            <p:sp>
              <p:nvSpPr>
                <p:cNvPr id="51" name="Vrije vorm: vorm 50">
                  <a:extLst>
                    <a:ext uri="{FF2B5EF4-FFF2-40B4-BE49-F238E27FC236}">
                      <a16:creationId xmlns:a16="http://schemas.microsoft.com/office/drawing/2014/main" id="{F89E99C1-7817-E35D-30FF-94802199252C}"/>
                    </a:ext>
                  </a:extLst>
                </p:cNvPr>
                <p:cNvSpPr/>
                <p:nvPr/>
              </p:nvSpPr>
              <p:spPr>
                <a:xfrm rot="10800000">
                  <a:off x="2763913" y="2633091"/>
                  <a:ext cx="263780" cy="227395"/>
                </a:xfrm>
                <a:custGeom>
                  <a:avLst/>
                  <a:gdLst>
                    <a:gd name="connsiteX0" fmla="*/ 495300 w 990600"/>
                    <a:gd name="connsiteY0" fmla="*/ 0 h 853966"/>
                    <a:gd name="connsiteX1" fmla="*/ 990600 w 990600"/>
                    <a:gd name="connsiteY1" fmla="*/ 853966 h 853966"/>
                    <a:gd name="connsiteX2" fmla="*/ 582332 w 990600"/>
                    <a:gd name="connsiteY2" fmla="*/ 853966 h 853966"/>
                    <a:gd name="connsiteX3" fmla="*/ 495300 w 990600"/>
                    <a:gd name="connsiteY3" fmla="*/ 703912 h 853966"/>
                    <a:gd name="connsiteX4" fmla="*/ 408269 w 990600"/>
                    <a:gd name="connsiteY4" fmla="*/ 853966 h 853966"/>
                    <a:gd name="connsiteX5" fmla="*/ 0 w 990600"/>
                    <a:gd name="connsiteY5" fmla="*/ 853966 h 853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90600" h="853966">
                      <a:moveTo>
                        <a:pt x="495300" y="0"/>
                      </a:moveTo>
                      <a:lnTo>
                        <a:pt x="990600" y="853966"/>
                      </a:lnTo>
                      <a:lnTo>
                        <a:pt x="582332" y="853966"/>
                      </a:lnTo>
                      <a:lnTo>
                        <a:pt x="495300" y="703912"/>
                      </a:lnTo>
                      <a:lnTo>
                        <a:pt x="408269" y="853966"/>
                      </a:lnTo>
                      <a:lnTo>
                        <a:pt x="0" y="85396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nl-NL" noProof="0" dirty="0"/>
                </a:p>
              </p:txBody>
            </p:sp>
          </p:grpSp>
          <p:cxnSp>
            <p:nvCxnSpPr>
              <p:cNvPr id="1094" name="Rechte verbindingslijn 1093">
                <a:extLst>
                  <a:ext uri="{FF2B5EF4-FFF2-40B4-BE49-F238E27FC236}">
                    <a16:creationId xmlns:a16="http://schemas.microsoft.com/office/drawing/2014/main" id="{72D11897-71E9-0724-3A90-B1A1F6A234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3764" y="1905081"/>
                <a:ext cx="367122" cy="0"/>
              </a:xfrm>
              <a:prstGeom prst="line">
                <a:avLst/>
              </a:prstGeom>
              <a:ln w="28575"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099" name="Rechte verbindingslijn 1098">
                <a:extLst>
                  <a:ext uri="{FF2B5EF4-FFF2-40B4-BE49-F238E27FC236}">
                    <a16:creationId xmlns:a16="http://schemas.microsoft.com/office/drawing/2014/main" id="{9EB57CBC-5CE1-997B-A8BC-7D9E45AB6DC3}"/>
                  </a:ext>
                </a:extLst>
              </p:cNvPr>
              <p:cNvCxnSpPr>
                <a:cxnSpLocks/>
                <a:stCxn id="63" idx="2"/>
              </p:cNvCxnSpPr>
              <p:nvPr/>
            </p:nvCxnSpPr>
            <p:spPr>
              <a:xfrm>
                <a:off x="4860886" y="1729174"/>
                <a:ext cx="0" cy="190195"/>
              </a:xfrm>
              <a:prstGeom prst="line">
                <a:avLst/>
              </a:prstGeom>
              <a:ln w="28575"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110" name="Vrije vorm: vorm 1109">
                <a:extLst>
                  <a:ext uri="{FF2B5EF4-FFF2-40B4-BE49-F238E27FC236}">
                    <a16:creationId xmlns:a16="http://schemas.microsoft.com/office/drawing/2014/main" id="{A83F9A90-9B5B-7F30-B855-746730412978}"/>
                  </a:ext>
                </a:extLst>
              </p:cNvPr>
              <p:cNvSpPr/>
              <p:nvPr/>
            </p:nvSpPr>
            <p:spPr>
              <a:xfrm rot="10800000">
                <a:off x="4772754" y="1482650"/>
                <a:ext cx="173727" cy="149764"/>
              </a:xfrm>
              <a:custGeom>
                <a:avLst/>
                <a:gdLst>
                  <a:gd name="connsiteX0" fmla="*/ 495300 w 990600"/>
                  <a:gd name="connsiteY0" fmla="*/ 0 h 853966"/>
                  <a:gd name="connsiteX1" fmla="*/ 990600 w 990600"/>
                  <a:gd name="connsiteY1" fmla="*/ 853966 h 853966"/>
                  <a:gd name="connsiteX2" fmla="*/ 582332 w 990600"/>
                  <a:gd name="connsiteY2" fmla="*/ 853966 h 853966"/>
                  <a:gd name="connsiteX3" fmla="*/ 495300 w 990600"/>
                  <a:gd name="connsiteY3" fmla="*/ 703912 h 853966"/>
                  <a:gd name="connsiteX4" fmla="*/ 408269 w 990600"/>
                  <a:gd name="connsiteY4" fmla="*/ 853966 h 853966"/>
                  <a:gd name="connsiteX5" fmla="*/ 0 w 990600"/>
                  <a:gd name="connsiteY5" fmla="*/ 853966 h 853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90600" h="853966">
                    <a:moveTo>
                      <a:pt x="495300" y="0"/>
                    </a:moveTo>
                    <a:lnTo>
                      <a:pt x="990600" y="853966"/>
                    </a:lnTo>
                    <a:lnTo>
                      <a:pt x="582332" y="853966"/>
                    </a:lnTo>
                    <a:lnTo>
                      <a:pt x="495300" y="703912"/>
                    </a:lnTo>
                    <a:lnTo>
                      <a:pt x="408269" y="853966"/>
                    </a:lnTo>
                    <a:lnTo>
                      <a:pt x="0" y="853966"/>
                    </a:lnTo>
                    <a:close/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nl-NL" noProof="0" dirty="0"/>
              </a:p>
            </p:txBody>
          </p:sp>
          <p:cxnSp>
            <p:nvCxnSpPr>
              <p:cNvPr id="1113" name="Rechte verbindingslijn 1112">
                <a:extLst>
                  <a:ext uri="{FF2B5EF4-FFF2-40B4-BE49-F238E27FC236}">
                    <a16:creationId xmlns:a16="http://schemas.microsoft.com/office/drawing/2014/main" id="{89D43453-AD93-7201-0AA9-9168FB6FE40C}"/>
                  </a:ext>
                </a:extLst>
              </p:cNvPr>
              <p:cNvCxnSpPr>
                <a:cxnSpLocks/>
                <a:endCxn id="51" idx="3"/>
              </p:cNvCxnSpPr>
              <p:nvPr/>
            </p:nvCxnSpPr>
            <p:spPr>
              <a:xfrm flipH="1">
                <a:off x="4499545" y="1891047"/>
                <a:ext cx="2" cy="330466"/>
              </a:xfrm>
              <a:prstGeom prst="line">
                <a:avLst/>
              </a:prstGeom>
              <a:ln w="28575"/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sp>
          <p:nvSpPr>
            <p:cNvPr id="1237" name="Ovaal 1236">
              <a:extLst>
                <a:ext uri="{FF2B5EF4-FFF2-40B4-BE49-F238E27FC236}">
                  <a16:creationId xmlns:a16="http://schemas.microsoft.com/office/drawing/2014/main" id="{B9255BDC-7F3C-35E9-DA77-99226BEBF4B8}"/>
                </a:ext>
              </a:extLst>
            </p:cNvPr>
            <p:cNvSpPr/>
            <p:nvPr/>
          </p:nvSpPr>
          <p:spPr>
            <a:xfrm rot="2321871">
              <a:off x="7945793" y="2584971"/>
              <a:ext cx="273783" cy="273782"/>
            </a:xfrm>
            <a:prstGeom prst="ellipse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1238" name="Rechte verbindingslijn 1237">
              <a:extLst>
                <a:ext uri="{FF2B5EF4-FFF2-40B4-BE49-F238E27FC236}">
                  <a16:creationId xmlns:a16="http://schemas.microsoft.com/office/drawing/2014/main" id="{FC47FD08-0467-E18B-CFBB-56F68FCB6AF2}"/>
                </a:ext>
              </a:extLst>
            </p:cNvPr>
            <p:cNvCxnSpPr>
              <a:cxnSpLocks/>
            </p:cNvCxnSpPr>
            <p:nvPr/>
          </p:nvCxnSpPr>
          <p:spPr>
            <a:xfrm>
              <a:off x="8082684" y="2527066"/>
              <a:ext cx="0" cy="389592"/>
            </a:xfrm>
            <a:prstGeom prst="line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9" name="Rechte verbindingslijn 1238">
              <a:extLst>
                <a:ext uri="{FF2B5EF4-FFF2-40B4-BE49-F238E27FC236}">
                  <a16:creationId xmlns:a16="http://schemas.microsoft.com/office/drawing/2014/main" id="{63FF1781-3B20-D9EC-C349-EE2562C224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7888" y="2721862"/>
              <a:ext cx="389592" cy="0"/>
            </a:xfrm>
            <a:prstGeom prst="line">
              <a:avLst/>
            </a:prstGeom>
            <a:noFill/>
            <a:ln w="28575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9" name="Picture 4">
            <a:extLst>
              <a:ext uri="{FF2B5EF4-FFF2-40B4-BE49-F238E27FC236}">
                <a16:creationId xmlns:a16="http://schemas.microsoft.com/office/drawing/2014/main" id="{902E852F-D7AC-4543-A7F5-BDFBF3ACC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189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4252">
        <p159:morph option="byObject"/>
      </p:transition>
    </mc:Choice>
    <mc:Fallback xmlns="">
      <p:transition spd="slow" advTm="14252">
        <p:fade/>
      </p:transition>
    </mc:Fallback>
  </mc:AlternateContent>
  <p:extLst>
    <p:ext uri="{3A86A75C-4F4B-4683-9AE1-C65F6400EC91}">
      <p14:laserTraceLst xmlns:p14="http://schemas.microsoft.com/office/powerpoint/2010/main">
        <p14:tracePtLst>
          <p14:tracePt t="9392" x="8029575" y="4710113"/>
          <p14:tracePt t="9397" x="8034338" y="4710113"/>
          <p14:tracePt t="9401" x="8043863" y="4714875"/>
          <p14:tracePt t="9410" x="8058150" y="4719638"/>
          <p14:tracePt t="9416" x="8067675" y="4719638"/>
          <p14:tracePt t="9422" x="8077200" y="4724400"/>
          <p14:tracePt t="9429" x="8086725" y="4729163"/>
          <p14:tracePt t="9437" x="8091488" y="4729163"/>
          <p14:tracePt t="9446" x="8096250" y="4729163"/>
          <p14:tracePt t="9457" x="8105775" y="4733925"/>
          <p14:tracePt t="9465" x="8110538" y="4733925"/>
          <p14:tracePt t="9483" x="8110538" y="4729163"/>
          <p14:tracePt t="9487" x="8115300" y="4729163"/>
          <p14:tracePt t="9493" x="8115300" y="4719638"/>
          <p14:tracePt t="9499" x="8115300" y="4714875"/>
          <p14:tracePt t="9506" x="8115300" y="4710113"/>
          <p14:tracePt t="9514" x="8115300" y="4695825"/>
          <p14:tracePt t="9519" x="8115300" y="4691063"/>
          <p14:tracePt t="9526" x="8105775" y="4676775"/>
          <p14:tracePt t="9540" x="8062913" y="4643438"/>
          <p14:tracePt t="9547" x="8053388" y="4638675"/>
          <p14:tracePt t="9554" x="8024813" y="4624388"/>
          <p14:tracePt t="9561" x="7996238" y="4619625"/>
          <p14:tracePt t="9568" x="7981950" y="4619625"/>
          <p14:tracePt t="9575" x="7972425" y="4619625"/>
          <p14:tracePt t="9577" x="7967663" y="4619625"/>
          <p14:tracePt t="9582" x="7962900" y="4619625"/>
          <p14:tracePt t="9589" x="7953375" y="4624388"/>
          <p14:tracePt t="9598" x="7948613" y="4633913"/>
          <p14:tracePt t="9603" x="7948613" y="4643438"/>
          <p14:tracePt t="9610" x="7948613" y="4662488"/>
          <p14:tracePt t="9618" x="7948613" y="4681538"/>
          <p14:tracePt t="9624" x="7948613" y="4686300"/>
          <p14:tracePt t="9624" x="7948613" y="4700588"/>
          <p14:tracePt t="9630" x="7948613" y="4710113"/>
          <p14:tracePt t="9638" x="7948613" y="4738688"/>
          <p14:tracePt t="9645" x="7953375" y="4762500"/>
          <p14:tracePt t="9652" x="7953375" y="4767263"/>
          <p14:tracePt t="9659" x="7967663" y="4791075"/>
          <p14:tracePt t="9665" x="7977188" y="4800600"/>
          <p14:tracePt t="9673" x="7986713" y="4810125"/>
          <p14:tracePt t="9679" x="7991475" y="4810125"/>
          <p14:tracePt t="9686" x="7996238" y="4814888"/>
          <p14:tracePt t="9693" x="8005763" y="4819650"/>
          <p14:tracePt t="9702" x="8015288" y="4819650"/>
          <p14:tracePt t="9707" x="8029575" y="4819650"/>
          <p14:tracePt t="9714" x="8048625" y="4819650"/>
          <p14:tracePt t="9722" x="8067675" y="4819650"/>
          <p14:tracePt t="9724" x="8077200" y="4819650"/>
          <p14:tracePt t="9735" x="8096250" y="4819650"/>
          <p14:tracePt t="9743" x="8105775" y="4810125"/>
          <p14:tracePt t="9749" x="8124825" y="4805363"/>
          <p14:tracePt t="9756" x="8134350" y="4800600"/>
          <p14:tracePt t="9762" x="8139113" y="4795838"/>
          <p14:tracePt t="9770" x="8143875" y="4791075"/>
          <p14:tracePt t="9778" x="8148638" y="4786313"/>
          <p14:tracePt t="9783" x="8148638" y="4781550"/>
          <p14:tracePt t="9797" x="8148638" y="4772025"/>
          <p14:tracePt t="9806" x="8148638" y="4767263"/>
          <p14:tracePt t="9826" x="8143875" y="4767263"/>
          <p14:tracePt t="9829" x="8143875" y="4762500"/>
          <p14:tracePt t="9841" x="8139113" y="4762500"/>
          <p14:tracePt t="9845" x="8134350" y="4762500"/>
          <p14:tracePt t="9864" x="8129588" y="4762500"/>
          <p14:tracePt t="9873" x="8124825" y="4762500"/>
          <p14:tracePt t="9890" x="8120063" y="4762500"/>
          <p14:tracePt t="9966" x="8115300" y="4762500"/>
          <p14:tracePt t="10114" x="8115300" y="4757738"/>
          <p14:tracePt t="10206" x="8110538" y="4757738"/>
          <p14:tracePt t="10210" x="8110538" y="4752975"/>
          <p14:tracePt t="10278" x="8105775" y="4752975"/>
          <p14:tracePt t="10299" x="8101013" y="4752975"/>
          <p14:tracePt t="10310" x="8096250" y="4752975"/>
          <p14:tracePt t="10314" x="8091488" y="4752975"/>
          <p14:tracePt t="10318" x="8091488" y="4757738"/>
          <p14:tracePt t="10333" x="8086725" y="4757738"/>
          <p14:tracePt t="10339" x="8086725" y="4762500"/>
          <p14:tracePt t="10719" x="0" y="0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2F354-1166-527B-0645-84089C4EB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1ED63-718D-8A58-F31F-36E7D8433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Discussie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4AAF701-E279-EB0B-3E68-3D03EE70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27</a:t>
            </a:fld>
            <a:endParaRPr lang="nl-NL" noProof="0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56AF4733-62F6-D15E-9867-08E50EB52BD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27899" y="2597447"/>
            <a:ext cx="2553056" cy="495369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224D751-5691-6EBC-9EAC-30C809F685D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27899" y="2105314"/>
            <a:ext cx="2105973" cy="492133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5311F633-27F6-7298-75CE-AD37AEBD7632}"/>
              </a:ext>
            </a:extLst>
          </p:cNvPr>
          <p:cNvSpPr txBox="1"/>
          <p:nvPr/>
        </p:nvSpPr>
        <p:spPr>
          <a:xfrm>
            <a:off x="7780020" y="2166250"/>
            <a:ext cx="747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Voor:</a:t>
            </a:r>
          </a:p>
          <a:p>
            <a:endParaRPr lang="nl-NL" dirty="0">
              <a:solidFill>
                <a:schemeClr val="bg1"/>
              </a:solidFill>
              <a:latin typeface="Google Sans" pitchFamily="2" charset="0"/>
              <a:ea typeface="Google Sans" pitchFamily="2" charset="0"/>
              <a:cs typeface="Google Sans" pitchFamily="2" charset="0"/>
            </a:endParaRPr>
          </a:p>
          <a:p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Na: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0914CC2B-6861-4205-9AD6-5C20E88FD260}"/>
              </a:ext>
            </a:extLst>
          </p:cNvPr>
          <p:cNvSpPr txBox="1"/>
          <p:nvPr/>
        </p:nvSpPr>
        <p:spPr>
          <a:xfrm>
            <a:off x="8450580" y="1412352"/>
            <a:ext cx="3859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1 verstopper verschillende kans verdelingen: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159A6CAA-FE0F-AABE-56B8-BCA50AA57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67" y="1633332"/>
            <a:ext cx="3233801" cy="359848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6A0C5F0-7053-F518-EBAE-9EFDB436E1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359" t="-2154" r="59452" b="2154"/>
          <a:stretch>
            <a:fillRect/>
          </a:stretch>
        </p:blipFill>
        <p:spPr>
          <a:xfrm>
            <a:off x="3799390" y="1607820"/>
            <a:ext cx="3533547" cy="4314824"/>
          </a:xfrm>
          <a:prstGeom prst="rect">
            <a:avLst/>
          </a:prstGeom>
        </p:spPr>
      </p:pic>
      <p:sp>
        <p:nvSpPr>
          <p:cNvPr id="22" name="Tekstvak 21">
            <a:extLst>
              <a:ext uri="{FF2B5EF4-FFF2-40B4-BE49-F238E27FC236}">
                <a16:creationId xmlns:a16="http://schemas.microsoft.com/office/drawing/2014/main" id="{4F45D8CC-D3B2-2D80-88FE-B3ED80116B32}"/>
              </a:ext>
            </a:extLst>
          </p:cNvPr>
          <p:cNvSpPr txBox="1"/>
          <p:nvPr/>
        </p:nvSpPr>
        <p:spPr>
          <a:xfrm>
            <a:off x="1653457" y="1238488"/>
            <a:ext cx="80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Voor: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48663220-F540-1CD8-3C0B-94B7CBC10793}"/>
              </a:ext>
            </a:extLst>
          </p:cNvPr>
          <p:cNvSpPr txBox="1"/>
          <p:nvPr/>
        </p:nvSpPr>
        <p:spPr>
          <a:xfrm>
            <a:off x="5295817" y="1264000"/>
            <a:ext cx="800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latin typeface="Google Sans" pitchFamily="2" charset="0"/>
                <a:ea typeface="Google Sans" pitchFamily="2" charset="0"/>
                <a:cs typeface="Google Sans" pitchFamily="2" charset="0"/>
              </a:rPr>
              <a:t>Na:</a:t>
            </a:r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894AFAEB-DC41-FF5D-05D8-8547EE6F6D31}"/>
              </a:ext>
            </a:extLst>
          </p:cNvPr>
          <p:cNvSpPr/>
          <p:nvPr/>
        </p:nvSpPr>
        <p:spPr>
          <a:xfrm>
            <a:off x="1173480" y="4572000"/>
            <a:ext cx="1341120" cy="2971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16989959-1C84-28AC-70C9-ED36533633AB}"/>
              </a:ext>
            </a:extLst>
          </p:cNvPr>
          <p:cNvSpPr/>
          <p:nvPr/>
        </p:nvSpPr>
        <p:spPr>
          <a:xfrm>
            <a:off x="4777740" y="2845131"/>
            <a:ext cx="1341120" cy="2971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Tekstvak 25">
            <a:extLst>
              <a:ext uri="{FF2B5EF4-FFF2-40B4-BE49-F238E27FC236}">
                <a16:creationId xmlns:a16="http://schemas.microsoft.com/office/drawing/2014/main" id="{91CB6747-1BA8-F2BB-DF78-48F1A8E4E720}"/>
              </a:ext>
            </a:extLst>
          </p:cNvPr>
          <p:cNvSpPr txBox="1"/>
          <p:nvPr/>
        </p:nvSpPr>
        <p:spPr>
          <a:xfrm>
            <a:off x="7803585" y="3881176"/>
            <a:ext cx="38591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nl-NL" dirty="0">
                <a:solidFill>
                  <a:schemeClr val="bg1"/>
                </a:solidFill>
              </a:rPr>
              <a:t>Het vermoedde is dat deze toepassing de “weighted </a:t>
            </a:r>
            <a:r>
              <a:rPr lang="nl-NL" dirty="0" err="1">
                <a:solidFill>
                  <a:schemeClr val="bg1"/>
                </a:solidFill>
              </a:rPr>
              <a:t>qa</a:t>
            </a:r>
            <a:r>
              <a:rPr lang="nl-NL" dirty="0">
                <a:solidFill>
                  <a:schemeClr val="bg1"/>
                </a:solidFill>
              </a:rPr>
              <a:t> subset “ ofwel </a:t>
            </a:r>
            <a:r>
              <a:rPr lang="nl-NL" dirty="0" err="1">
                <a:solidFill>
                  <a:schemeClr val="bg1"/>
                </a:solidFill>
              </a:rPr>
              <a:t>Lidbetter</a:t>
            </a:r>
            <a:r>
              <a:rPr lang="nl-NL" dirty="0">
                <a:solidFill>
                  <a:schemeClr val="bg1"/>
                </a:solidFill>
              </a:rPr>
              <a:t> individueel strategie nog beter laat presteren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9D205-3F93-EEDA-6470-CE447C049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01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21"/>
    </mc:Choice>
    <mc:Fallback xmlns="">
      <p:transition spd="slow" advTm="37521"/>
    </mc:Fallback>
  </mc:AlternateContent>
  <p:extLst>
    <p:ext uri="{3A86A75C-4F4B-4683-9AE1-C65F6400EC91}">
      <p14:laserTraceLst xmlns:p14="http://schemas.microsoft.com/office/powerpoint/2010/main">
        <p14:tracePtLst>
          <p14:tracePt t="3271" x="1652588" y="4362450"/>
          <p14:tracePt t="3275" x="1595438" y="4357688"/>
          <p14:tracePt t="3278" x="1566863" y="4352925"/>
          <p14:tracePt t="3288" x="1509713" y="4348163"/>
          <p14:tracePt t="3292" x="1485900" y="4348163"/>
          <p14:tracePt t="3298" x="1433513" y="4348163"/>
          <p14:tracePt t="3306" x="1385888" y="4348163"/>
          <p14:tracePt t="3312" x="1362075" y="4348163"/>
          <p14:tracePt t="3314" x="1333500" y="4352925"/>
          <p14:tracePt t="3320" x="1314450" y="4357688"/>
          <p14:tracePt t="3326" x="1271588" y="4367213"/>
          <p14:tracePt t="3333" x="1243013" y="4371975"/>
          <p14:tracePt t="3336" x="1223963" y="4381500"/>
          <p14:tracePt t="3340" x="1209675" y="4381500"/>
          <p14:tracePt t="3347" x="1171575" y="4395788"/>
          <p14:tracePt t="3355" x="1143000" y="4405313"/>
          <p14:tracePt t="3363" x="1119188" y="4419600"/>
          <p14:tracePt t="3368" x="1109663" y="4424363"/>
          <p14:tracePt t="3375" x="1085850" y="4443413"/>
          <p14:tracePt t="3386" x="1062038" y="4467225"/>
          <p14:tracePt t="3391" x="1057275" y="4476750"/>
          <p14:tracePt t="3398" x="1038225" y="4495800"/>
          <p14:tracePt t="3403" x="1028700" y="4510088"/>
          <p14:tracePt t="3412" x="1014413" y="4533900"/>
          <p14:tracePt t="3417" x="1004888" y="4557713"/>
          <p14:tracePt t="3423" x="990600" y="4586288"/>
          <p14:tracePt t="3431" x="981075" y="4614863"/>
          <p14:tracePt t="3440" x="971550" y="4652963"/>
          <p14:tracePt t="3446" x="966788" y="4686300"/>
          <p14:tracePt t="3451" x="966788" y="4700588"/>
          <p14:tracePt t="3458" x="966788" y="4733925"/>
          <p14:tracePt t="3466" x="966788" y="4767263"/>
          <p14:tracePt t="3473" x="966788" y="4786313"/>
          <p14:tracePt t="3474" x="966788" y="4800600"/>
          <p14:tracePt t="3479" x="971550" y="4824413"/>
          <p14:tracePt t="3482" x="981075" y="4838700"/>
          <p14:tracePt t="3486" x="985838" y="4852988"/>
          <p14:tracePt t="3495" x="1014413" y="4891088"/>
          <p14:tracePt t="3501" x="1023938" y="4910138"/>
          <p14:tracePt t="3502" x="1038225" y="4924425"/>
          <p14:tracePt t="3507" x="1052513" y="4938713"/>
          <p14:tracePt t="3514" x="1090613" y="4972050"/>
          <p14:tracePt t="3521" x="1109663" y="4986338"/>
          <p14:tracePt t="3522" x="1133475" y="5000625"/>
          <p14:tracePt t="3528" x="1166813" y="5019675"/>
          <p14:tracePt t="3534" x="1228725" y="5048250"/>
          <p14:tracePt t="3543" x="1304925" y="5067300"/>
          <p14:tracePt t="3551" x="1385888" y="5086350"/>
          <p14:tracePt t="3556" x="1438275" y="5086350"/>
          <p14:tracePt t="3562" x="1547813" y="5095875"/>
          <p14:tracePt t="3571" x="1647825" y="5095875"/>
          <p14:tracePt t="3577" x="1704975" y="5095875"/>
          <p14:tracePt t="3583" x="1814513" y="5095875"/>
          <p14:tracePt t="3591" x="1933575" y="5086350"/>
          <p14:tracePt t="3597" x="2043113" y="5072063"/>
          <p14:tracePt t="3604" x="2100263" y="5057775"/>
          <p14:tracePt t="3612" x="2195513" y="5033963"/>
          <p14:tracePt t="3618" x="2300288" y="5005388"/>
          <p14:tracePt t="3625" x="2347913" y="4986338"/>
          <p14:tracePt t="3627" x="2386013" y="4972050"/>
          <p14:tracePt t="3633" x="2414588" y="4962525"/>
          <p14:tracePt t="3639" x="2486025" y="4929188"/>
          <p14:tracePt t="3645" x="2528888" y="4900613"/>
          <p14:tracePt t="3653" x="2538413" y="4886325"/>
          <p14:tracePt t="3660" x="2566988" y="4857750"/>
          <p14:tracePt t="3667" x="2581275" y="4833938"/>
          <p14:tracePt t="3673" x="2595563" y="4805363"/>
          <p14:tracePt t="3681" x="2600325" y="4795838"/>
          <p14:tracePt t="3688" x="2600325" y="4767263"/>
          <p14:tracePt t="3696" x="2605088" y="4738688"/>
          <p14:tracePt t="3702" x="2605088" y="4710113"/>
          <p14:tracePt t="3709" x="2605088" y="4695825"/>
          <p14:tracePt t="3709" x="2595563" y="4676775"/>
          <p14:tracePt t="3716" x="2586038" y="4662488"/>
          <p14:tracePt t="3722" x="2571750" y="4624388"/>
          <p14:tracePt t="3730" x="2547938" y="4591050"/>
          <p14:tracePt t="3736" x="2533650" y="4572000"/>
          <p14:tracePt t="3743" x="2505075" y="4538663"/>
          <p14:tracePt t="3750" x="2462213" y="4505325"/>
          <p14:tracePt t="3758" x="2405063" y="4467225"/>
          <p14:tracePt t="3764" x="2376488" y="4452938"/>
          <p14:tracePt t="3771" x="2305050" y="4419600"/>
          <p14:tracePt t="3778" x="2205038" y="4381500"/>
          <p14:tracePt t="3784" x="2162175" y="4371975"/>
          <p14:tracePt t="3792" x="2066925" y="4357688"/>
          <p14:tracePt t="3800" x="1962150" y="4343400"/>
          <p14:tracePt t="3805" x="1857375" y="4338638"/>
          <p14:tracePt t="3813" x="1795463" y="4338638"/>
          <p14:tracePt t="3813" x="1743075" y="4338638"/>
          <p14:tracePt t="3821" x="1685925" y="4338638"/>
          <p14:tracePt t="3822" x="1638300" y="4338638"/>
          <p14:tracePt t="3826" x="1571625" y="4343400"/>
          <p14:tracePt t="3833" x="1476375" y="4357688"/>
          <p14:tracePt t="3841" x="1419225" y="4367213"/>
          <p14:tracePt t="3847" x="1323975" y="4395788"/>
          <p14:tracePt t="3854" x="1233488" y="4424363"/>
          <p14:tracePt t="3863" x="1166813" y="4452938"/>
          <p14:tracePt t="3869" x="1133475" y="4467225"/>
          <p14:tracePt t="3875" x="1081088" y="4500563"/>
          <p14:tracePt t="3882" x="1033463" y="4529138"/>
          <p14:tracePt t="3889" x="1009650" y="4548188"/>
          <p14:tracePt t="3896" x="981075" y="4567238"/>
          <p14:tracePt t="3898" x="971550" y="4581525"/>
          <p14:tracePt t="3903" x="952500" y="4595813"/>
          <p14:tracePt t="3910" x="938213" y="4624388"/>
          <p14:tracePt t="3917" x="933450" y="4633913"/>
          <p14:tracePt t="3918" x="928688" y="4648200"/>
          <p14:tracePt t="3924" x="928688" y="4657725"/>
          <p14:tracePt t="3931" x="923925" y="4686300"/>
          <p14:tracePt t="3937" x="923925" y="4700588"/>
          <p14:tracePt t="3938" x="923925" y="4714875"/>
          <p14:tracePt t="3944" x="923925" y="4724400"/>
          <p14:tracePt t="3951" x="923925" y="4752975"/>
          <p14:tracePt t="3959" x="928688" y="4772025"/>
          <p14:tracePt t="3980" x="957263" y="4833938"/>
          <p14:tracePt t="3986" x="976313" y="4857750"/>
          <p14:tracePt t="3993" x="990600" y="4872038"/>
          <p14:tracePt t="3995" x="995363" y="4891088"/>
          <p14:tracePt t="4000" x="1014413" y="4900613"/>
          <p14:tracePt t="4007" x="1047750" y="4933950"/>
          <p14:tracePt t="4015" x="1081088" y="4972050"/>
          <p14:tracePt t="4021" x="1100138" y="4981575"/>
          <p14:tracePt t="4027" x="1133475" y="5005388"/>
          <p14:tracePt t="4029" x="1147763" y="5019675"/>
          <p14:tracePt t="4036" x="1171575" y="5029200"/>
          <p14:tracePt t="4042" x="1209675" y="5048250"/>
          <p14:tracePt t="4049" x="1223963" y="5057775"/>
          <p14:tracePt t="4055" x="1271588" y="5076825"/>
          <p14:tracePt t="4063" x="1319213" y="5086350"/>
          <p14:tracePt t="4070" x="1366838" y="5095875"/>
          <p14:tracePt t="4076" x="1395413" y="5105400"/>
          <p14:tracePt t="4083" x="1443038" y="5110163"/>
          <p14:tracePt t="4091" x="1504950" y="5114925"/>
          <p14:tracePt t="4100" x="1557338" y="5114925"/>
          <p14:tracePt t="4104" x="1590675" y="5114925"/>
          <p14:tracePt t="4111" x="1662113" y="5110163"/>
          <p14:tracePt t="4119" x="1738313" y="5095875"/>
          <p14:tracePt t="4125" x="1781175" y="5091113"/>
          <p14:tracePt t="4134" x="1885950" y="5062538"/>
          <p14:tracePt t="4139" x="1919288" y="5053013"/>
          <p14:tracePt t="4146" x="1985963" y="5029200"/>
          <p14:tracePt t="4153" x="2014538" y="5019675"/>
          <p14:tracePt t="4160" x="2071688" y="4991100"/>
          <p14:tracePt t="4166" x="2114550" y="4967288"/>
          <p14:tracePt t="4174" x="2152650" y="4938713"/>
          <p14:tracePt t="4181" x="2171700" y="4924425"/>
          <p14:tracePt t="4182" x="2185988" y="4914900"/>
          <p14:tracePt t="4187" x="2200275" y="4895850"/>
          <p14:tracePt t="4195" x="2219325" y="4862513"/>
          <p14:tracePt t="4202" x="2233613" y="4843463"/>
          <p14:tracePt t="4208" x="2243138" y="4829175"/>
          <p14:tracePt t="4215" x="2247900" y="4795838"/>
          <p14:tracePt t="4223" x="2257425" y="4757738"/>
          <p14:tracePt t="4230" x="2262188" y="4729163"/>
          <p14:tracePt t="4237" x="2262188" y="4714875"/>
          <p14:tracePt t="4243" x="2262188" y="4686300"/>
          <p14:tracePt t="4250" x="2262188" y="4662488"/>
          <p14:tracePt t="4258" x="2262188" y="4633913"/>
          <p14:tracePt t="4264" x="2262188" y="4619625"/>
          <p14:tracePt t="4270" x="2262188" y="4600575"/>
          <p14:tracePt t="4278" x="2262188" y="4576763"/>
          <p14:tracePt t="4285" x="2257425" y="4567238"/>
          <p14:tracePt t="4293" x="2247900" y="4552950"/>
          <p14:tracePt t="4294" x="2243138" y="4538663"/>
          <p14:tracePt t="4299" x="2238375" y="4529138"/>
          <p14:tracePt t="4306" x="2214563" y="4505325"/>
          <p14:tracePt t="4312" x="2209800" y="4500563"/>
          <p14:tracePt t="4314" x="2200275" y="4495800"/>
          <p14:tracePt t="4320" x="2185988" y="4486275"/>
          <p14:tracePt t="4326" x="2166938" y="4471988"/>
          <p14:tracePt t="4333" x="2147888" y="4462463"/>
          <p14:tracePt t="4341" x="2143125" y="4457700"/>
          <p14:tracePt t="4342" x="2133600" y="4452938"/>
          <p14:tracePt t="4347" x="2124075" y="4452938"/>
          <p14:tracePt t="4354" x="2114550" y="4448175"/>
          <p14:tracePt t="4362" x="2105025" y="4448175"/>
          <p14:tracePt t="4368" x="2100263" y="4448175"/>
          <p14:tracePt t="4375" x="2095500" y="4448175"/>
          <p14:tracePt t="4376" x="0" y="0"/>
        </p14:tracePtLst>
        <p14:tracePtLst>
          <p14:tracePt t="10693" x="4914900" y="2814638"/>
          <p14:tracePt t="10694" x="4900613" y="2819400"/>
          <p14:tracePt t="10699" x="4895850" y="2824163"/>
          <p14:tracePt t="10702" x="4891088" y="2824163"/>
          <p14:tracePt t="10709" x="4876800" y="2833688"/>
          <p14:tracePt t="10716" x="4862513" y="2847975"/>
          <p14:tracePt t="10723" x="4852988" y="2862263"/>
          <p14:tracePt t="10731" x="4829175" y="2876550"/>
          <p14:tracePt t="10736" x="4819650" y="2890838"/>
          <p14:tracePt t="10743" x="4795838" y="2909888"/>
          <p14:tracePt t="10750" x="4772025" y="2924175"/>
          <p14:tracePt t="10757" x="4757738" y="2933700"/>
          <p14:tracePt t="10758" x="4752975" y="2938463"/>
          <p14:tracePt t="10765" x="4748213" y="2952750"/>
          <p14:tracePt t="10772" x="4729163" y="2967038"/>
          <p14:tracePt t="10779" x="4714875" y="2986088"/>
          <p14:tracePt t="10785" x="4710113" y="2990850"/>
          <p14:tracePt t="10785" x="4710113" y="3000375"/>
          <p14:tracePt t="10792" x="4705350" y="3000375"/>
          <p14:tracePt t="10799" x="4700588" y="3014663"/>
          <p14:tracePt t="10806" x="4695825" y="3028950"/>
          <p14:tracePt t="10814" x="4695825" y="3033713"/>
          <p14:tracePt t="10819" x="4691063" y="3043238"/>
          <p14:tracePt t="10826" x="4691063" y="3052763"/>
          <p14:tracePt t="10834" x="4691063" y="3062288"/>
          <p14:tracePt t="10841" x="4695825" y="3067050"/>
          <p14:tracePt t="10843" x="4695825" y="3076575"/>
          <p14:tracePt t="10848" x="4700588" y="3081338"/>
          <p14:tracePt t="10849" x="4705350" y="3090863"/>
          <p14:tracePt t="10855" x="4714875" y="3095625"/>
          <p14:tracePt t="10861" x="4738688" y="3114675"/>
          <p14:tracePt t="10868" x="4748213" y="3124200"/>
          <p14:tracePt t="10869" x="4762500" y="3138488"/>
          <p14:tracePt t="10875" x="4800600" y="3152775"/>
          <p14:tracePt t="10882" x="4852988" y="3181350"/>
          <p14:tracePt t="10889" x="4881563" y="3190875"/>
          <p14:tracePt t="10890" x="4919663" y="3200400"/>
          <p14:tracePt t="10896" x="4953000" y="3209925"/>
          <p14:tracePt t="10902" x="5038725" y="3224213"/>
          <p14:tracePt t="10911" x="5129213" y="3228975"/>
          <p14:tracePt t="10917" x="5186363" y="3233738"/>
          <p14:tracePt t="10924" x="5281613" y="3233738"/>
          <p14:tracePt t="10931" x="5362575" y="3233738"/>
          <p14:tracePt t="10939" x="5472113" y="3233738"/>
          <p14:tracePt t="10945" x="5514975" y="3233738"/>
          <p14:tracePt t="10951" x="5586413" y="3233738"/>
          <p14:tracePt t="10959" x="5662613" y="3228975"/>
          <p14:tracePt t="10966" x="5729288" y="3219450"/>
          <p14:tracePt t="10973" x="5757863" y="3209925"/>
          <p14:tracePt t="10974" x="5776913" y="3205163"/>
          <p14:tracePt t="10979" x="5791200" y="3200400"/>
          <p14:tracePt t="10987" x="5819775" y="3195638"/>
          <p14:tracePt t="10994" x="5843588" y="3186113"/>
          <p14:tracePt t="11000" x="5848350" y="3181350"/>
          <p14:tracePt t="11007" x="5867400" y="3171825"/>
          <p14:tracePt t="11014" x="5876925" y="3162300"/>
          <p14:tracePt t="11022" x="5886450" y="3157538"/>
          <p14:tracePt t="11028" x="5886450" y="3148013"/>
          <p14:tracePt t="11035" x="5895975" y="3133725"/>
          <p14:tracePt t="11042" x="5900738" y="3119438"/>
          <p14:tracePt t="11050" x="5910263" y="3100388"/>
          <p14:tracePt t="11056" x="5910263" y="3095625"/>
          <p14:tracePt t="11063" x="5910263" y="3081338"/>
          <p14:tracePt t="11070" x="5915025" y="3062288"/>
          <p14:tracePt t="11076" x="5915025" y="3057525"/>
          <p14:tracePt t="11083" x="5915025" y="3038475"/>
          <p14:tracePt t="11091" x="5915025" y="3024188"/>
          <p14:tracePt t="11099" x="5910263" y="3014663"/>
          <p14:tracePt t="11104" x="5905500" y="3009900"/>
          <p14:tracePt t="11111" x="5886450" y="2995613"/>
          <p14:tracePt t="11118" x="5862638" y="2981325"/>
          <p14:tracePt t="11125" x="5843588" y="2971800"/>
          <p14:tracePt t="11134" x="5781675" y="2943225"/>
          <p14:tracePt t="11139" x="5748338" y="2933700"/>
          <p14:tracePt t="11145" x="5681663" y="2919413"/>
          <p14:tracePt t="11153" x="5643563" y="2914650"/>
          <p14:tracePt t="11161" x="5576888" y="2905125"/>
          <p14:tracePt t="11161" x="5548313" y="2905125"/>
          <p14:tracePt t="11167" x="5524500" y="2900363"/>
          <p14:tracePt t="11173" x="5467350" y="2900363"/>
          <p14:tracePt t="11182" x="5414963" y="2900363"/>
          <p14:tracePt t="11188" x="5395913" y="2900363"/>
          <p14:tracePt t="11196" x="5348288" y="2900363"/>
          <p14:tracePt t="11202" x="5300663" y="2905125"/>
          <p14:tracePt t="11209" x="5281613" y="2909888"/>
          <p14:tracePt t="11210" x="5267325" y="2909888"/>
          <p14:tracePt t="11215" x="5253038" y="2909888"/>
          <p14:tracePt t="11222" x="5205413" y="2914650"/>
          <p14:tracePt t="11231" x="5162550" y="2924175"/>
          <p14:tracePt t="11236" x="5143500" y="2928938"/>
          <p14:tracePt t="11243" x="5100638" y="2933700"/>
          <p14:tracePt t="11250" x="5057775" y="2938463"/>
          <p14:tracePt t="11259" x="5019675" y="2952750"/>
          <p14:tracePt t="11264" x="5005388" y="2957513"/>
          <p14:tracePt t="11270" x="4976813" y="2967038"/>
          <p14:tracePt t="11279" x="4953000" y="2981325"/>
          <p14:tracePt t="11285" x="4938713" y="2986088"/>
          <p14:tracePt t="11293" x="4924425" y="2995613"/>
          <p14:tracePt t="11294" x="4914900" y="3000375"/>
          <p14:tracePt t="11300" x="4910138" y="3005138"/>
          <p14:tracePt t="11306" x="4895850" y="3019425"/>
          <p14:tracePt t="11313" x="4891088" y="3019425"/>
          <p14:tracePt t="11319" x="4881563" y="3028950"/>
          <p14:tracePt t="11328" x="4876800" y="3033713"/>
          <p14:tracePt t="11333" x="4876800" y="3043238"/>
          <p14:tracePt t="11341" x="4867275" y="3048000"/>
          <p14:tracePt t="11347" x="4862513" y="3057525"/>
          <p14:tracePt t="11354" x="4862513" y="3071813"/>
          <p14:tracePt t="11362" x="4857750" y="3086100"/>
          <p14:tracePt t="11368" x="4857750" y="3090863"/>
          <p14:tracePt t="11375" x="4852988" y="3100388"/>
          <p14:tracePt t="11382" x="4852988" y="3114675"/>
          <p14:tracePt t="11390" x="4852988" y="3128963"/>
          <p14:tracePt t="11396" x="4852988" y="3133725"/>
          <p14:tracePt t="11402" x="4857750" y="3148013"/>
          <p14:tracePt t="11410" x="4867275" y="3157538"/>
          <p14:tracePt t="11417" x="4876800" y="3167063"/>
          <p14:tracePt t="11424" x="4895850" y="3186113"/>
          <p14:tracePt t="11431" x="4914900" y="3200400"/>
          <p14:tracePt t="11437" x="4948238" y="3214688"/>
          <p14:tracePt t="11446" x="4976813" y="3228975"/>
          <p14:tracePt t="11452" x="4995863" y="3238500"/>
          <p14:tracePt t="11458" x="5043488" y="3252788"/>
          <p14:tracePt t="11466" x="5091113" y="3262313"/>
          <p14:tracePt t="11473" x="5124450" y="3271838"/>
          <p14:tracePt t="11474" x="5157788" y="3276600"/>
          <p14:tracePt t="11480" x="5200650" y="3281363"/>
          <p14:tracePt t="11486" x="5267325" y="3290888"/>
          <p14:tracePt t="11493" x="5305425" y="3290888"/>
          <p14:tracePt t="11500" x="5400675" y="3295650"/>
          <p14:tracePt t="11507" x="5481638" y="3295650"/>
          <p14:tracePt t="11514" x="5567363" y="3290888"/>
          <p14:tracePt t="11521" x="5619750" y="3286125"/>
          <p14:tracePt t="11531" x="5734050" y="3262313"/>
          <p14:tracePt t="11533" x="5786438" y="3252788"/>
          <p14:tracePt t="11539" x="5824538" y="3248025"/>
          <p14:tracePt t="11542" x="5867400" y="3238500"/>
          <p14:tracePt t="11548" x="5905500" y="3224213"/>
          <p14:tracePt t="11555" x="5967413" y="3205163"/>
          <p14:tracePt t="11564" x="6029325" y="3186113"/>
          <p14:tracePt t="11566" x="6048375" y="3171825"/>
          <p14:tracePt t="11570" x="6067425" y="3157538"/>
          <p14:tracePt t="11576" x="6076950" y="3152775"/>
          <p14:tracePt t="11583" x="6100763" y="3128963"/>
          <p14:tracePt t="11592" x="6105525" y="3114675"/>
          <p14:tracePt t="11597" x="6110288" y="3095625"/>
          <p14:tracePt t="11604" x="6110288" y="3086100"/>
          <p14:tracePt t="11611" x="6110288" y="3076575"/>
          <p14:tracePt t="11618" x="6110288" y="3067050"/>
          <p14:tracePt t="11619" x="0" y="0"/>
        </p14:tracePtLst>
        <p14:tracePtLst>
          <p14:tracePt t="23117" x="9563100" y="4233863"/>
          <p14:tracePt t="23136" x="9515475" y="4248150"/>
          <p14:tracePt t="23148" x="9491663" y="4257675"/>
          <p14:tracePt t="23151" x="9482138" y="4262438"/>
          <p14:tracePt t="23156" x="9477375" y="4267200"/>
          <p14:tracePt t="23165" x="9463088" y="4267200"/>
          <p14:tracePt t="23170" x="9448800" y="4276725"/>
          <p14:tracePt t="23177" x="9444038" y="4276725"/>
          <p14:tracePt t="23178" x="9444038" y="4281488"/>
          <p14:tracePt t="23185" x="9434513" y="4281488"/>
          <p14:tracePt t="23191" x="9429750" y="4286250"/>
          <p14:tracePt t="23206" x="9420225" y="4300538"/>
          <p14:tracePt t="23219" x="9420225" y="4305300"/>
          <p14:tracePt t="23227" x="9420225" y="4310063"/>
          <p14:tracePt t="23238" x="9420225" y="4314825"/>
          <p14:tracePt t="23256" x="9420225" y="4319588"/>
          <p14:tracePt t="23266" x="9420225" y="4324350"/>
          <p14:tracePt t="23276" x="9420225" y="4329113"/>
          <p14:tracePt t="23279" x="9424988" y="4329113"/>
          <p14:tracePt t="23282" x="9429750" y="4333875"/>
          <p14:tracePt t="23288" x="9429750" y="4338638"/>
          <p14:tracePt t="23296" x="9444038" y="4343400"/>
          <p14:tracePt t="23303" x="9463088" y="4357688"/>
          <p14:tracePt t="23310" x="9467850" y="4362450"/>
          <p14:tracePt t="23316" x="9496425" y="4371975"/>
          <p14:tracePt t="23323" x="9520238" y="4386263"/>
          <p14:tracePt t="23330" x="9553575" y="4400550"/>
          <p14:tracePt t="23337" x="9577388" y="4410075"/>
          <p14:tracePt t="23344" x="9610725" y="4414838"/>
          <p14:tracePt t="23351" x="9658350" y="4424363"/>
          <p14:tracePt t="23358" x="9705975" y="4429125"/>
          <p14:tracePt t="23365" x="9734550" y="4433888"/>
          <p14:tracePt t="23373" x="9786938" y="4438650"/>
          <p14:tracePt t="23374" x="9810750" y="4438650"/>
          <p14:tracePt t="23379" x="9844088" y="4438650"/>
          <p14:tracePt t="23386" x="9915525" y="4443413"/>
          <p14:tracePt t="23393" x="9944100" y="4443413"/>
          <p14:tracePt t="23400" x="10015538" y="4443413"/>
          <p14:tracePt t="23407" x="10101263" y="4443413"/>
          <p14:tracePt t="23413" x="10139363" y="4448175"/>
          <p14:tracePt t="23421" x="10225088" y="4448175"/>
          <p14:tracePt t="23428" x="10310813" y="4448175"/>
          <p14:tracePt t="23434" x="10391775" y="4448175"/>
          <p14:tracePt t="23441" x="10434638" y="4448175"/>
          <p14:tracePt t="23442" x="10467975" y="4448175"/>
          <p14:tracePt t="23448" x="10506075" y="4448175"/>
          <p14:tracePt t="23455" x="10591800" y="4452938"/>
          <p14:tracePt t="23463" x="10658475" y="4457700"/>
          <p14:tracePt t="23469" x="10701338" y="4457700"/>
          <p14:tracePt t="23476" x="10777538" y="4462463"/>
          <p14:tracePt t="23483" x="10834688" y="4462463"/>
          <p14:tracePt t="23490" x="10891838" y="4462463"/>
          <p14:tracePt t="23497" x="10910888" y="4467225"/>
          <p14:tracePt t="23504" x="10968038" y="4467225"/>
          <p14:tracePt t="23511" x="11029950" y="4467225"/>
          <p14:tracePt t="23519" x="11072813" y="4467225"/>
          <p14:tracePt t="23526" x="11125200" y="4467225"/>
          <p14:tracePt t="23532" x="11144250" y="4467225"/>
          <p14:tracePt t="23538" x="11187113" y="4462463"/>
          <p14:tracePt t="23546" x="11220450" y="4462463"/>
          <p14:tracePt t="23553" x="11229975" y="4457700"/>
          <p14:tracePt t="23559" x="11258550" y="4448175"/>
          <p14:tracePt t="23566" x="11287125" y="4448175"/>
          <p14:tracePt t="23574" x="11310938" y="4433888"/>
          <p14:tracePt t="23581" x="11315700" y="4433888"/>
          <p14:tracePt t="23587" x="11334750" y="4424363"/>
          <p14:tracePt t="23595" x="11344275" y="4410075"/>
          <p14:tracePt t="23601" x="11349038" y="4410075"/>
          <p14:tracePt t="23608" x="11349038" y="4400550"/>
          <p14:tracePt t="23610" x="11353800" y="4395788"/>
          <p14:tracePt t="23615" x="11353800" y="4386263"/>
          <p14:tracePt t="23623" x="11363325" y="4381500"/>
          <p14:tracePt t="23629" x="11363325" y="4376738"/>
          <p14:tracePt t="23635" x="11368088" y="4362450"/>
          <p14:tracePt t="23638" x="11372850" y="4357688"/>
          <p14:tracePt t="23643" x="11372850" y="4352925"/>
          <p14:tracePt t="23649" x="11382375" y="4338638"/>
          <p14:tracePt t="23651" x="11382375" y="4333875"/>
          <p14:tracePt t="23658" x="11387138" y="4329113"/>
          <p14:tracePt t="23658" x="11387138" y="4319588"/>
          <p14:tracePt t="23664" x="11387138" y="4314825"/>
          <p14:tracePt t="23671" x="11387138" y="4300538"/>
          <p14:tracePt t="23679" x="11387138" y="4286250"/>
          <p14:tracePt t="23685" x="11387138" y="4281488"/>
          <p14:tracePt t="23685" x="11382375" y="4271963"/>
          <p14:tracePt t="23691" x="11382375" y="4267200"/>
          <p14:tracePt t="23698" x="11368088" y="4257675"/>
          <p14:tracePt t="23706" x="11358563" y="4248150"/>
          <p14:tracePt t="23713" x="11349038" y="4238625"/>
          <p14:tracePt t="23719" x="11325225" y="4229100"/>
          <p14:tracePt t="23727" x="11296650" y="4219575"/>
          <p14:tracePt t="23733" x="11282363" y="4214813"/>
          <p14:tracePt t="23734" x="11253788" y="4210050"/>
          <p14:tracePt t="23740" x="11225213" y="4200525"/>
          <p14:tracePt t="23747" x="11158538" y="4191000"/>
          <p14:tracePt t="23754" x="11096625" y="4186238"/>
          <p14:tracePt t="23761" x="11049000" y="4181475"/>
          <p14:tracePt t="23762" x="11006138" y="4181475"/>
          <p14:tracePt t="23768" x="10968038" y="4176713"/>
          <p14:tracePt t="23775" x="10887075" y="4176713"/>
          <p14:tracePt t="23782" x="10777538" y="4176713"/>
          <p14:tracePt t="23788" x="10739438" y="4176713"/>
          <p14:tracePt t="23796" x="10629900" y="4176713"/>
          <p14:tracePt t="23803" x="10539413" y="4176713"/>
          <p14:tracePt t="23810" x="10415588" y="4176713"/>
          <p14:tracePt t="23817" x="10358438" y="4176713"/>
          <p14:tracePt t="23823" x="10253663" y="4186238"/>
          <p14:tracePt t="23830" x="10148888" y="4195763"/>
          <p14:tracePt t="23838" x="10106025" y="4205288"/>
          <p14:tracePt t="23838" x="10039350" y="4214813"/>
          <p14:tracePt t="23845" x="10001250" y="4214813"/>
          <p14:tracePt t="23851" x="9891713" y="4233863"/>
          <p14:tracePt t="23859" x="9796463" y="4262438"/>
          <p14:tracePt t="23865" x="9748838" y="4271963"/>
          <p14:tracePt t="23871" x="9677400" y="4295775"/>
          <p14:tracePt t="23879" x="9601200" y="4324350"/>
          <p14:tracePt t="23886" x="9553575" y="4352925"/>
          <p14:tracePt t="23894" x="9496425" y="4381500"/>
          <p14:tracePt t="23900" x="9477375" y="4391025"/>
          <p14:tracePt t="23906" x="9439275" y="4414838"/>
          <p14:tracePt t="23910" x="9424988" y="4424363"/>
          <p14:tracePt t="23914" x="9410700" y="4433888"/>
          <p14:tracePt t="23921" x="9396413" y="4438650"/>
          <p14:tracePt t="23927" x="9382125" y="4452938"/>
          <p14:tracePt t="23941" x="9363075" y="4467225"/>
          <p14:tracePt t="23943" x="9358313" y="4471988"/>
          <p14:tracePt t="23948" x="9353550" y="4471988"/>
          <p14:tracePt t="23956" x="9348788" y="4476750"/>
          <p14:tracePt t="23963" x="9344025" y="4481513"/>
          <p14:tracePt t="24002" x="0" y="0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00F96-30A1-E495-526B-FD9072C7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F2AF4F-39D3-AEF0-869B-94046A6493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Discussie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D3A0DA6-8BC0-E108-1217-A18B35C2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28</a:t>
            </a:fld>
            <a:endParaRPr lang="nl-NL" noProof="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19CF057-7152-A684-4C0B-786532569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784" y="1788319"/>
            <a:ext cx="4635989" cy="1250972"/>
          </a:xfrm>
        </p:spPr>
        <p:txBody>
          <a:bodyPr>
            <a:noAutofit/>
          </a:bodyPr>
          <a:lstStyle/>
          <a:p>
            <a:pPr marL="342900" indent="-342900" algn="l">
              <a:buFontTx/>
              <a:buChar char="-"/>
            </a:pPr>
            <a:r>
              <a:rPr lang="nl-NL" sz="1600" dirty="0">
                <a:solidFill>
                  <a:schemeClr val="bg1"/>
                </a:solidFill>
                <a:latin typeface="Source Sans Pro" panose="020F0502020204030204" pitchFamily="34" charset="0"/>
              </a:rPr>
              <a:t>Vervolg:</a:t>
            </a:r>
          </a:p>
          <a:p>
            <a:pPr marL="800100" lvl="1" indent="-342900" algn="l">
              <a:buFontTx/>
              <a:buChar char="-"/>
            </a:pP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Implementatie </a:t>
            </a:r>
            <a:r>
              <a:rPr lang="nl-NL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Reinforcement</a:t>
            </a: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</a:t>
            </a:r>
            <a:r>
              <a:rPr lang="nl-NL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learning</a:t>
            </a:r>
            <a:endParaRPr lang="nl-NL" sz="1200" dirty="0">
              <a:solidFill>
                <a:schemeClr val="bg1"/>
              </a:solidFill>
              <a:latin typeface="Source Sans Pro" panose="020F0502020204030204" pitchFamily="34" charset="0"/>
            </a:endParaRPr>
          </a:p>
          <a:p>
            <a:pPr marL="800100" lvl="1" indent="-342900" algn="l">
              <a:buFontTx/>
              <a:buChar char="-"/>
            </a:pP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Fusering van Spel theoretisch en </a:t>
            </a:r>
            <a:r>
              <a:rPr lang="nl-NL" sz="1200" dirty="0" err="1">
                <a:solidFill>
                  <a:schemeClr val="bg1"/>
                </a:solidFill>
                <a:latin typeface="Source Sans Pro" panose="020F0502020204030204" pitchFamily="34" charset="0"/>
              </a:rPr>
              <a:t>Task</a:t>
            </a:r>
            <a:r>
              <a:rPr lang="nl-NL" sz="1200" dirty="0">
                <a:solidFill>
                  <a:schemeClr val="bg1"/>
                </a:solidFill>
                <a:latin typeface="Source Sans Pro" panose="020F0502020204030204" pitchFamily="34" charset="0"/>
              </a:rPr>
              <a:t> queue</a:t>
            </a:r>
            <a:endParaRPr lang="nl-NL" sz="1200" noProof="0" dirty="0">
              <a:solidFill>
                <a:schemeClr val="bg1"/>
              </a:solidFill>
              <a:latin typeface="Source Sans Pro" panose="020F0502020204030204" pitchFamily="34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5189246-69C0-8F12-02A9-45FE9E40F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31" y="148029"/>
            <a:ext cx="981364" cy="98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591723"/>
      </p:ext>
    </p:extLst>
  </p:cSld>
  <p:clrMapOvr>
    <a:masterClrMapping/>
  </p:clrMapOvr>
  <p:transition spd="slow" advTm="47289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24E70-96F1-A9F7-4F56-5469DE9B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802E1D-1904-8879-34B0-C3B4F5C05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95" y="277232"/>
            <a:ext cx="9969910" cy="534272"/>
          </a:xfrm>
        </p:spPr>
        <p:txBody>
          <a:bodyPr>
            <a:noAutofit/>
          </a:bodyPr>
          <a:lstStyle/>
          <a:p>
            <a:r>
              <a:rPr lang="nl-NL" sz="2800" noProof="0" dirty="0">
                <a:solidFill>
                  <a:schemeClr val="bg1"/>
                </a:solidFill>
                <a:latin typeface="Source Sans Pro" panose="020F0502020204030204" pitchFamily="34" charset="0"/>
              </a:rPr>
              <a:t> Q&amp;A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E113B9-B4B2-BB7F-185C-2AD6D11C2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25" y="275161"/>
            <a:ext cx="2120525" cy="53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DBA80DE-2758-A4AC-DFE2-59A21D916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841" y="1969840"/>
            <a:ext cx="2918319" cy="291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08D9BBE-C4FC-8124-5554-850570AE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0000"/>
            <a:ext cx="2743200" cy="365125"/>
          </a:xfrm>
        </p:spPr>
        <p:txBody>
          <a:bodyPr/>
          <a:lstStyle/>
          <a:p>
            <a:fld id="{B153DE22-203B-44ED-8ECC-E2BA66E6AA36}" type="slidenum">
              <a:rPr lang="nl-NL" noProof="0" smtClean="0"/>
              <a:t>29</a:t>
            </a:fld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30495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ED41369-D6C8-408F-AA38-6682DDBF1CE5}">
  <we:reference id="4b785c87-866c-4bad-85d8-5d1ae467ac9a" version="3.20.0.0" store="EXCatalog" storeType="EXCatalog"/>
  <we:alternateReferences>
    <we:reference id="WA104381909" version="3.20.0.0" store="nl-NL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FB9B7CD8ECFB4D80A21D53B91E3200" ma:contentTypeVersion="12" ma:contentTypeDescription="Een nieuw document maken." ma:contentTypeScope="" ma:versionID="0e8de5df2e118354315d736fa188dce4">
  <xsd:schema xmlns:xsd="http://www.w3.org/2001/XMLSchema" xmlns:xs="http://www.w3.org/2001/XMLSchema" xmlns:p="http://schemas.microsoft.com/office/2006/metadata/properties" xmlns:ns3="350ecd2e-0fa1-45ee-ac81-9c36a5fe073d" targetNamespace="http://schemas.microsoft.com/office/2006/metadata/properties" ma:root="true" ma:fieldsID="1992e351fad1d792e8fa31d7e6340cb1" ns3:_="">
    <xsd:import namespace="350ecd2e-0fa1-45ee-ac81-9c36a5fe073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ystemTags" minOccurs="0"/>
                <xsd:element ref="ns3:MediaLengthInSecond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0ecd2e-0fa1-45ee-ac81-9c36a5fe07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50ecd2e-0fa1-45ee-ac81-9c36a5fe073d" xsi:nil="true"/>
  </documentManagement>
</p:properties>
</file>

<file path=customXml/itemProps1.xml><?xml version="1.0" encoding="utf-8"?>
<ds:datastoreItem xmlns:ds="http://schemas.openxmlformats.org/officeDocument/2006/customXml" ds:itemID="{E8233579-D61C-4545-945E-4C753C78CF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0ecd2e-0fa1-45ee-ac81-9c36a5fe07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191CAD-DAEE-4B65-9007-9D1235FF0B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15882A-4109-42B8-BE1E-1273370D8C30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350ecd2e-0fa1-45ee-ac81-9c36a5fe073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2225</TotalTime>
  <Words>2857</Words>
  <Application>Microsoft Office PowerPoint</Application>
  <PresentationFormat>Breedbeeld</PresentationFormat>
  <Paragraphs>393</Paragraphs>
  <Slides>29</Slides>
  <Notes>28</Notes>
  <HiddenSlides>1</HiddenSlides>
  <MMClips>1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29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Google sans</vt:lpstr>
      <vt:lpstr>Google sans</vt:lpstr>
      <vt:lpstr>Source Sans Pro</vt:lpstr>
      <vt:lpstr>Kantoorthema</vt:lpstr>
      <vt:lpstr>Search policy design for swarms in adversarial hide &amp; seek environment</vt:lpstr>
      <vt:lpstr>Inhoud</vt:lpstr>
      <vt:lpstr>Introductie</vt:lpstr>
      <vt:lpstr>Probleem stelling</vt:lpstr>
      <vt:lpstr>Methodiek</vt:lpstr>
      <vt:lpstr>Methodiek</vt:lpstr>
      <vt:lpstr>Methodiek</vt:lpstr>
      <vt:lpstr>Methodiek</vt:lpstr>
      <vt:lpstr>Methodiek</vt:lpstr>
      <vt:lpstr>Methodiek</vt:lpstr>
      <vt:lpstr>Methodiek</vt:lpstr>
      <vt:lpstr>Resultaten</vt:lpstr>
      <vt:lpstr>Resultaten</vt:lpstr>
      <vt:lpstr>Resultaten - 1 Verstopper</vt:lpstr>
      <vt:lpstr>Resultaten - 1 Verstopper</vt:lpstr>
      <vt:lpstr>Resultaten - 2 Verstoppers</vt:lpstr>
      <vt:lpstr>Resultaten - 2 Verstoppers</vt:lpstr>
      <vt:lpstr>Resultaten - 5 Verstoppers</vt:lpstr>
      <vt:lpstr>Resultaten - 5 Verstoppers</vt:lpstr>
      <vt:lpstr>Resultaten</vt:lpstr>
      <vt:lpstr>Resultaten</vt:lpstr>
      <vt:lpstr>Resultaten</vt:lpstr>
      <vt:lpstr>Resultaten</vt:lpstr>
      <vt:lpstr>Discussie</vt:lpstr>
      <vt:lpstr>Discussie</vt:lpstr>
      <vt:lpstr>Discussie</vt:lpstr>
      <vt:lpstr>Discussie</vt:lpstr>
      <vt:lpstr>Discussie</vt:lpstr>
      <vt:lpstr>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van Gestel</dc:creator>
  <cp:lastModifiedBy>Jan van Gestel</cp:lastModifiedBy>
  <cp:revision>4</cp:revision>
  <dcterms:created xsi:type="dcterms:W3CDTF">2026-01-03T12:48:07Z</dcterms:created>
  <dcterms:modified xsi:type="dcterms:W3CDTF">2026-01-08T13:19:24Z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0x0101008BFB9B7CD8ECFB4D80A21D53B91E3200</vt:lpwstr>
  </property>
</Properties>
</file>